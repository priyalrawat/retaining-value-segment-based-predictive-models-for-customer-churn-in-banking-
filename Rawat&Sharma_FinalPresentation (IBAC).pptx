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9"/>
  </p:notesMasterIdLst>
  <p:sldIdLst>
    <p:sldId id="256" r:id="rId2"/>
    <p:sldId id="257" r:id="rId3"/>
    <p:sldId id="258" r:id="rId4"/>
    <p:sldId id="259" r:id="rId5"/>
    <p:sldId id="261" r:id="rId6"/>
    <p:sldId id="279" r:id="rId7"/>
    <p:sldId id="280" r:id="rId8"/>
    <p:sldId id="281" r:id="rId9"/>
    <p:sldId id="282" r:id="rId10"/>
    <p:sldId id="284" r:id="rId11"/>
    <p:sldId id="283" r:id="rId12"/>
    <p:sldId id="285" r:id="rId13"/>
    <p:sldId id="263" r:id="rId14"/>
    <p:sldId id="286" r:id="rId15"/>
    <p:sldId id="273" r:id="rId16"/>
    <p:sldId id="274" r:id="rId17"/>
    <p:sldId id="275" r:id="rId18"/>
  </p:sldIdLst>
  <p:sldSz cx="14630400" cy="8229600"/>
  <p:notesSz cx="8229600" cy="14630400"/>
  <p:embeddedFontLst>
    <p:embeddedFont>
      <p:font typeface="Arial Nova Cond" panose="020B0506020202020204" pitchFamily="34" charset="0"/>
      <p:regular r:id="rId20"/>
      <p:bold r:id="rId21"/>
      <p:italic r:id="rId22"/>
      <p:boldItalic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1CFB54-186E-4683-8BCA-141AA785E696}" v="199" dt="2025-05-08T12:15:32.8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p:scale>
          <a:sx n="61" d="100"/>
          <a:sy n="61" d="100"/>
        </p:scale>
        <p:origin x="1022" y="16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iyal Rawat" userId="3a53b7a0f4dfea17" providerId="LiveId" clId="{6F1CFB54-186E-4683-8BCA-141AA785E696}"/>
    <pc:docChg chg="undo custSel addSld delSld modSld sldOrd modMainMaster">
      <pc:chgData name="Priyal Rawat" userId="3a53b7a0f4dfea17" providerId="LiveId" clId="{6F1CFB54-186E-4683-8BCA-141AA785E696}" dt="2025-05-08T19:16:49.740" v="1442"/>
      <pc:docMkLst>
        <pc:docMk/>
      </pc:docMkLst>
      <pc:sldChg chg="addSp delSp modSp mod">
        <pc:chgData name="Priyal Rawat" userId="3a53b7a0f4dfea17" providerId="LiveId" clId="{6F1CFB54-186E-4683-8BCA-141AA785E696}" dt="2025-05-07T17:22:06.974" v="202" actId="1076"/>
        <pc:sldMkLst>
          <pc:docMk/>
          <pc:sldMk cId="0" sldId="256"/>
        </pc:sldMkLst>
        <pc:spChg chg="mod">
          <ac:chgData name="Priyal Rawat" userId="3a53b7a0f4dfea17" providerId="LiveId" clId="{6F1CFB54-186E-4683-8BCA-141AA785E696}" dt="2025-05-07T16:57:38.454" v="60" actId="1076"/>
          <ac:spMkLst>
            <pc:docMk/>
            <pc:sldMk cId="0" sldId="256"/>
            <ac:spMk id="3" creationId="{00000000-0000-0000-0000-000000000000}"/>
          </ac:spMkLst>
        </pc:spChg>
        <pc:spChg chg="mod">
          <ac:chgData name="Priyal Rawat" userId="3a53b7a0f4dfea17" providerId="LiveId" clId="{6F1CFB54-186E-4683-8BCA-141AA785E696}" dt="2025-05-07T16:57:43.930" v="61" actId="1076"/>
          <ac:spMkLst>
            <pc:docMk/>
            <pc:sldMk cId="0" sldId="256"/>
            <ac:spMk id="4" creationId="{00000000-0000-0000-0000-000000000000}"/>
          </ac:spMkLst>
        </pc:spChg>
        <pc:spChg chg="add del mod">
          <ac:chgData name="Priyal Rawat" userId="3a53b7a0f4dfea17" providerId="LiveId" clId="{6F1CFB54-186E-4683-8BCA-141AA785E696}" dt="2025-05-07T16:57:12.914" v="59" actId="113"/>
          <ac:spMkLst>
            <pc:docMk/>
            <pc:sldMk cId="0" sldId="256"/>
            <ac:spMk id="8" creationId="{00000000-0000-0000-0000-000000000000}"/>
          </ac:spMkLst>
        </pc:spChg>
        <pc:spChg chg="add mod">
          <ac:chgData name="Priyal Rawat" userId="3a53b7a0f4dfea17" providerId="LiveId" clId="{6F1CFB54-186E-4683-8BCA-141AA785E696}" dt="2025-05-07T16:57:12.914" v="59" actId="113"/>
          <ac:spMkLst>
            <pc:docMk/>
            <pc:sldMk cId="0" sldId="256"/>
            <ac:spMk id="10" creationId="{9D9DC853-02F1-9BC1-A5C4-76D6FEC46C96}"/>
          </ac:spMkLst>
        </pc:spChg>
        <pc:spChg chg="add mod">
          <ac:chgData name="Priyal Rawat" userId="3a53b7a0f4dfea17" providerId="LiveId" clId="{6F1CFB54-186E-4683-8BCA-141AA785E696}" dt="2025-05-07T16:57:12.914" v="59" actId="113"/>
          <ac:spMkLst>
            <pc:docMk/>
            <pc:sldMk cId="0" sldId="256"/>
            <ac:spMk id="12" creationId="{0DC8D05A-C9D2-F517-114A-3F99B0BAAB77}"/>
          </ac:spMkLst>
        </pc:spChg>
        <pc:grpChg chg="add mod">
          <ac:chgData name="Priyal Rawat" userId="3a53b7a0f4dfea17" providerId="LiveId" clId="{6F1CFB54-186E-4683-8BCA-141AA785E696}" dt="2025-05-07T16:57:05.733" v="57" actId="164"/>
          <ac:grpSpMkLst>
            <pc:docMk/>
            <pc:sldMk cId="0" sldId="256"/>
            <ac:grpSpMk id="13" creationId="{91853164-FE46-CF82-EBD6-4AE249E36A49}"/>
          </ac:grpSpMkLst>
        </pc:grpChg>
        <pc:picChg chg="add del">
          <ac:chgData name="Priyal Rawat" userId="3a53b7a0f4dfea17" providerId="LiveId" clId="{6F1CFB54-186E-4683-8BCA-141AA785E696}" dt="2025-05-07T16:56:14.329" v="49" actId="478"/>
          <ac:picMkLst>
            <pc:docMk/>
            <pc:sldMk cId="0" sldId="256"/>
            <ac:picMk id="7" creationId="{00000000-0000-0000-0000-000000000000}"/>
          </ac:picMkLst>
        </pc:picChg>
        <pc:picChg chg="add mod">
          <ac:chgData name="Priyal Rawat" userId="3a53b7a0f4dfea17" providerId="LiveId" clId="{6F1CFB54-186E-4683-8BCA-141AA785E696}" dt="2025-05-07T17:22:06.974" v="202" actId="1076"/>
          <ac:picMkLst>
            <pc:docMk/>
            <pc:sldMk cId="0" sldId="256"/>
            <ac:picMk id="14" creationId="{B4D6F74F-C83B-5186-29A3-1234686AB7AB}"/>
          </ac:picMkLst>
        </pc:picChg>
      </pc:sldChg>
      <pc:sldChg chg="addSp delSp modSp mod setBg">
        <pc:chgData name="Priyal Rawat" userId="3a53b7a0f4dfea17" providerId="LiveId" clId="{6F1CFB54-186E-4683-8BCA-141AA785E696}" dt="2025-05-08T01:56:14.183" v="1123" actId="1076"/>
        <pc:sldMkLst>
          <pc:docMk/>
          <pc:sldMk cId="0" sldId="257"/>
        </pc:sldMkLst>
        <pc:spChg chg="mod">
          <ac:chgData name="Priyal Rawat" userId="3a53b7a0f4dfea17" providerId="LiveId" clId="{6F1CFB54-186E-4683-8BCA-141AA785E696}" dt="2025-05-07T17:03:49.729" v="154" actId="1076"/>
          <ac:spMkLst>
            <pc:docMk/>
            <pc:sldMk cId="0" sldId="257"/>
            <ac:spMk id="3" creationId="{00000000-0000-0000-0000-000000000000}"/>
          </ac:spMkLst>
        </pc:spChg>
        <pc:spChg chg="mod">
          <ac:chgData name="Priyal Rawat" userId="3a53b7a0f4dfea17" providerId="LiveId" clId="{6F1CFB54-186E-4683-8BCA-141AA785E696}" dt="2025-05-07T17:03:52.903" v="155" actId="1076"/>
          <ac:spMkLst>
            <pc:docMk/>
            <pc:sldMk cId="0" sldId="257"/>
            <ac:spMk id="4" creationId="{00000000-0000-0000-0000-000000000000}"/>
          </ac:spMkLst>
        </pc:spChg>
        <pc:spChg chg="mod">
          <ac:chgData name="Priyal Rawat" userId="3a53b7a0f4dfea17" providerId="LiveId" clId="{6F1CFB54-186E-4683-8BCA-141AA785E696}" dt="2025-05-07T17:03:56.461" v="156" actId="1076"/>
          <ac:spMkLst>
            <pc:docMk/>
            <pc:sldMk cId="0" sldId="257"/>
            <ac:spMk id="5" creationId="{00000000-0000-0000-0000-000000000000}"/>
          </ac:spMkLst>
        </pc:spChg>
        <pc:spChg chg="mod">
          <ac:chgData name="Priyal Rawat" userId="3a53b7a0f4dfea17" providerId="LiveId" clId="{6F1CFB54-186E-4683-8BCA-141AA785E696}" dt="2025-05-07T17:03:59.643" v="157" actId="1076"/>
          <ac:spMkLst>
            <pc:docMk/>
            <pc:sldMk cId="0" sldId="257"/>
            <ac:spMk id="6" creationId="{00000000-0000-0000-0000-000000000000}"/>
          </ac:spMkLst>
        </pc:spChg>
        <pc:spChg chg="mod">
          <ac:chgData name="Priyal Rawat" userId="3a53b7a0f4dfea17" providerId="LiveId" clId="{6F1CFB54-186E-4683-8BCA-141AA785E696}" dt="2025-05-07T17:04:47.126" v="167" actId="1076"/>
          <ac:spMkLst>
            <pc:docMk/>
            <pc:sldMk cId="0" sldId="257"/>
            <ac:spMk id="7" creationId="{00000000-0000-0000-0000-000000000000}"/>
          </ac:spMkLst>
        </pc:spChg>
        <pc:spChg chg="mod">
          <ac:chgData name="Priyal Rawat" userId="3a53b7a0f4dfea17" providerId="LiveId" clId="{6F1CFB54-186E-4683-8BCA-141AA785E696}" dt="2025-05-08T00:08:41.966" v="1119" actId="1076"/>
          <ac:spMkLst>
            <pc:docMk/>
            <pc:sldMk cId="0" sldId="257"/>
            <ac:spMk id="8" creationId="{00000000-0000-0000-0000-000000000000}"/>
          </ac:spMkLst>
        </pc:spChg>
        <pc:spChg chg="mod">
          <ac:chgData name="Priyal Rawat" userId="3a53b7a0f4dfea17" providerId="LiveId" clId="{6F1CFB54-186E-4683-8BCA-141AA785E696}" dt="2025-05-08T00:08:46.331" v="1120" actId="1076"/>
          <ac:spMkLst>
            <pc:docMk/>
            <pc:sldMk cId="0" sldId="257"/>
            <ac:spMk id="9" creationId="{00000000-0000-0000-0000-000000000000}"/>
          </ac:spMkLst>
        </pc:spChg>
        <pc:spChg chg="mod">
          <ac:chgData name="Priyal Rawat" userId="3a53b7a0f4dfea17" providerId="LiveId" clId="{6F1CFB54-186E-4683-8BCA-141AA785E696}" dt="2025-05-07T17:04:21.949" v="162" actId="1076"/>
          <ac:spMkLst>
            <pc:docMk/>
            <pc:sldMk cId="0" sldId="257"/>
            <ac:spMk id="10" creationId="{00000000-0000-0000-0000-000000000000}"/>
          </ac:spMkLst>
        </pc:spChg>
        <pc:spChg chg="mod">
          <ac:chgData name="Priyal Rawat" userId="3a53b7a0f4dfea17" providerId="LiveId" clId="{6F1CFB54-186E-4683-8BCA-141AA785E696}" dt="2025-05-07T17:04:26.108" v="163" actId="1076"/>
          <ac:spMkLst>
            <pc:docMk/>
            <pc:sldMk cId="0" sldId="257"/>
            <ac:spMk id="11" creationId="{00000000-0000-0000-0000-000000000000}"/>
          </ac:spMkLst>
        </pc:spChg>
        <pc:spChg chg="mod">
          <ac:chgData name="Priyal Rawat" userId="3a53b7a0f4dfea17" providerId="LiveId" clId="{6F1CFB54-186E-4683-8BCA-141AA785E696}" dt="2025-05-07T17:04:32.966" v="164" actId="1076"/>
          <ac:spMkLst>
            <pc:docMk/>
            <pc:sldMk cId="0" sldId="257"/>
            <ac:spMk id="12" creationId="{00000000-0000-0000-0000-000000000000}"/>
          </ac:spMkLst>
        </pc:spChg>
        <pc:spChg chg="mod">
          <ac:chgData name="Priyal Rawat" userId="3a53b7a0f4dfea17" providerId="LiveId" clId="{6F1CFB54-186E-4683-8BCA-141AA785E696}" dt="2025-05-08T01:56:14.183" v="1123" actId="1076"/>
          <ac:spMkLst>
            <pc:docMk/>
            <pc:sldMk cId="0" sldId="257"/>
            <ac:spMk id="13" creationId="{00000000-0000-0000-0000-000000000000}"/>
          </ac:spMkLst>
        </pc:spChg>
        <pc:spChg chg="mod">
          <ac:chgData name="Priyal Rawat" userId="3a53b7a0f4dfea17" providerId="LiveId" clId="{6F1CFB54-186E-4683-8BCA-141AA785E696}" dt="2025-05-08T00:08:54.295" v="1122" actId="1076"/>
          <ac:spMkLst>
            <pc:docMk/>
            <pc:sldMk cId="0" sldId="257"/>
            <ac:spMk id="14" creationId="{00000000-0000-0000-0000-000000000000}"/>
          </ac:spMkLst>
        </pc:spChg>
        <pc:spChg chg="mod">
          <ac:chgData name="Priyal Rawat" userId="3a53b7a0f4dfea17" providerId="LiveId" clId="{6F1CFB54-186E-4683-8BCA-141AA785E696}" dt="2025-05-08T00:08:51.284" v="1121" actId="1076"/>
          <ac:spMkLst>
            <pc:docMk/>
            <pc:sldMk cId="0" sldId="257"/>
            <ac:spMk id="15" creationId="{00000000-0000-0000-0000-000000000000}"/>
          </ac:spMkLst>
        </pc:spChg>
        <pc:spChg chg="add del mod">
          <ac:chgData name="Priyal Rawat" userId="3a53b7a0f4dfea17" providerId="LiveId" clId="{6F1CFB54-186E-4683-8BCA-141AA785E696}" dt="2025-05-07T16:58:34.448" v="74" actId="478"/>
          <ac:spMkLst>
            <pc:docMk/>
            <pc:sldMk cId="0" sldId="257"/>
            <ac:spMk id="16" creationId="{1E6A7C11-1480-A6AD-7C9D-515DEFD23BA9}"/>
          </ac:spMkLst>
        </pc:spChg>
        <pc:spChg chg="add del mod">
          <ac:chgData name="Priyal Rawat" userId="3a53b7a0f4dfea17" providerId="LiveId" clId="{6F1CFB54-186E-4683-8BCA-141AA785E696}" dt="2025-05-08T00:08:37.180" v="1118" actId="1076"/>
          <ac:spMkLst>
            <pc:docMk/>
            <pc:sldMk cId="0" sldId="257"/>
            <ac:spMk id="17" creationId="{99000B09-E5A5-3302-D6DB-CC4130BC8B0D}"/>
          </ac:spMkLst>
        </pc:spChg>
        <pc:spChg chg="add del mod">
          <ac:chgData name="Priyal Rawat" userId="3a53b7a0f4dfea17" providerId="LiveId" clId="{6F1CFB54-186E-4683-8BCA-141AA785E696}" dt="2025-05-07T16:58:49.572" v="79" actId="478"/>
          <ac:spMkLst>
            <pc:docMk/>
            <pc:sldMk cId="0" sldId="257"/>
            <ac:spMk id="18" creationId="{A443BBBF-9A80-BC51-57FF-CD841D75AEC2}"/>
          </ac:spMkLst>
        </pc:spChg>
        <pc:spChg chg="add del mod">
          <ac:chgData name="Priyal Rawat" userId="3a53b7a0f4dfea17" providerId="LiveId" clId="{6F1CFB54-186E-4683-8BCA-141AA785E696}" dt="2025-05-07T16:58:57.738" v="82" actId="478"/>
          <ac:spMkLst>
            <pc:docMk/>
            <pc:sldMk cId="0" sldId="257"/>
            <ac:spMk id="19" creationId="{E636E4B9-DD4F-DCE0-BA70-96D1C75BC491}"/>
          </ac:spMkLst>
        </pc:spChg>
        <pc:spChg chg="add mod">
          <ac:chgData name="Priyal Rawat" userId="3a53b7a0f4dfea17" providerId="LiveId" clId="{6F1CFB54-186E-4683-8BCA-141AA785E696}" dt="2025-05-07T17:04:44.551" v="166" actId="1076"/>
          <ac:spMkLst>
            <pc:docMk/>
            <pc:sldMk cId="0" sldId="257"/>
            <ac:spMk id="20" creationId="{F2113E7A-83AA-9269-D744-CDC6B47C4D59}"/>
          </ac:spMkLst>
        </pc:spChg>
        <pc:spChg chg="add mod">
          <ac:chgData name="Priyal Rawat" userId="3a53b7a0f4dfea17" providerId="LiveId" clId="{6F1CFB54-186E-4683-8BCA-141AA785E696}" dt="2025-05-07T17:04:52.264" v="168" actId="1076"/>
          <ac:spMkLst>
            <pc:docMk/>
            <pc:sldMk cId="0" sldId="257"/>
            <ac:spMk id="22" creationId="{7D4FF42B-BDC4-C617-3688-578480B6B934}"/>
          </ac:spMkLst>
        </pc:spChg>
        <pc:picChg chg="add mod">
          <ac:chgData name="Priyal Rawat" userId="3a53b7a0f4dfea17" providerId="LiveId" clId="{6F1CFB54-186E-4683-8BCA-141AA785E696}" dt="2025-05-07T17:21:57.409" v="200" actId="1076"/>
          <ac:picMkLst>
            <pc:docMk/>
            <pc:sldMk cId="0" sldId="257"/>
            <ac:picMk id="1026" creationId="{104CB254-CF81-43B0-0390-9DBC1620492E}"/>
          </ac:picMkLst>
        </pc:picChg>
      </pc:sldChg>
      <pc:sldChg chg="addSp delSp modSp mod">
        <pc:chgData name="Priyal Rawat" userId="3a53b7a0f4dfea17" providerId="LiveId" clId="{6F1CFB54-186E-4683-8BCA-141AA785E696}" dt="2025-05-08T18:10:19.821" v="1358" actId="20577"/>
        <pc:sldMkLst>
          <pc:docMk/>
          <pc:sldMk cId="0" sldId="258"/>
        </pc:sldMkLst>
        <pc:spChg chg="mod">
          <ac:chgData name="Priyal Rawat" userId="3a53b7a0f4dfea17" providerId="LiveId" clId="{6F1CFB54-186E-4683-8BCA-141AA785E696}" dt="2025-05-07T17:32:48.628" v="256" actId="2711"/>
          <ac:spMkLst>
            <pc:docMk/>
            <pc:sldMk cId="0" sldId="258"/>
            <ac:spMk id="2" creationId="{00000000-0000-0000-0000-000000000000}"/>
          </ac:spMkLst>
        </pc:spChg>
        <pc:spChg chg="mod">
          <ac:chgData name="Priyal Rawat" userId="3a53b7a0f4dfea17" providerId="LiveId" clId="{6F1CFB54-186E-4683-8BCA-141AA785E696}" dt="2025-05-07T17:32:48.628" v="256" actId="2711"/>
          <ac:spMkLst>
            <pc:docMk/>
            <pc:sldMk cId="0" sldId="258"/>
            <ac:spMk id="3" creationId="{00000000-0000-0000-0000-000000000000}"/>
          </ac:spMkLst>
        </pc:spChg>
        <pc:spChg chg="mod">
          <ac:chgData name="Priyal Rawat" userId="3a53b7a0f4dfea17" providerId="LiveId" clId="{6F1CFB54-186E-4683-8BCA-141AA785E696}" dt="2025-05-07T17:32:48.628" v="256" actId="2711"/>
          <ac:spMkLst>
            <pc:docMk/>
            <pc:sldMk cId="0" sldId="258"/>
            <ac:spMk id="4" creationId="{00000000-0000-0000-0000-000000000000}"/>
          </ac:spMkLst>
        </pc:spChg>
        <pc:spChg chg="add del mod">
          <ac:chgData name="Priyal Rawat" userId="3a53b7a0f4dfea17" providerId="LiveId" clId="{6F1CFB54-186E-4683-8BCA-141AA785E696}" dt="2025-05-07T17:30:46.677" v="235" actId="478"/>
          <ac:spMkLst>
            <pc:docMk/>
            <pc:sldMk cId="0" sldId="258"/>
            <ac:spMk id="5" creationId="{FEF1AFDB-7496-9A7F-E27D-E6694B11A578}"/>
          </ac:spMkLst>
        </pc:spChg>
        <pc:spChg chg="mod">
          <ac:chgData name="Priyal Rawat" userId="3a53b7a0f4dfea17" providerId="LiveId" clId="{6F1CFB54-186E-4683-8BCA-141AA785E696}" dt="2025-05-07T17:32:48.628" v="256" actId="2711"/>
          <ac:spMkLst>
            <pc:docMk/>
            <pc:sldMk cId="0" sldId="258"/>
            <ac:spMk id="6" creationId="{00000000-0000-0000-0000-000000000000}"/>
          </ac:spMkLst>
        </pc:spChg>
        <pc:spChg chg="mod">
          <ac:chgData name="Priyal Rawat" userId="3a53b7a0f4dfea17" providerId="LiveId" clId="{6F1CFB54-186E-4683-8BCA-141AA785E696}" dt="2025-05-08T18:10:19.821" v="1358" actId="20577"/>
          <ac:spMkLst>
            <pc:docMk/>
            <pc:sldMk cId="0" sldId="258"/>
            <ac:spMk id="7" creationId="{00000000-0000-0000-0000-000000000000}"/>
          </ac:spMkLst>
        </pc:spChg>
        <pc:spChg chg="mod">
          <ac:chgData name="Priyal Rawat" userId="3a53b7a0f4dfea17" providerId="LiveId" clId="{6F1CFB54-186E-4683-8BCA-141AA785E696}" dt="2025-05-07T17:32:48.628" v="256" actId="2711"/>
          <ac:spMkLst>
            <pc:docMk/>
            <pc:sldMk cId="0" sldId="258"/>
            <ac:spMk id="9" creationId="{00000000-0000-0000-0000-000000000000}"/>
          </ac:spMkLst>
        </pc:spChg>
        <pc:spChg chg="mod">
          <ac:chgData name="Priyal Rawat" userId="3a53b7a0f4dfea17" providerId="LiveId" clId="{6F1CFB54-186E-4683-8BCA-141AA785E696}" dt="2025-05-07T17:32:48.628" v="256" actId="2711"/>
          <ac:spMkLst>
            <pc:docMk/>
            <pc:sldMk cId="0" sldId="258"/>
            <ac:spMk id="10" creationId="{00000000-0000-0000-0000-000000000000}"/>
          </ac:spMkLst>
        </pc:spChg>
        <pc:spChg chg="mod">
          <ac:chgData name="Priyal Rawat" userId="3a53b7a0f4dfea17" providerId="LiveId" clId="{6F1CFB54-186E-4683-8BCA-141AA785E696}" dt="2025-05-07T17:32:48.628" v="256" actId="2711"/>
          <ac:spMkLst>
            <pc:docMk/>
            <pc:sldMk cId="0" sldId="258"/>
            <ac:spMk id="11" creationId="{00000000-0000-0000-0000-000000000000}"/>
          </ac:spMkLst>
        </pc:spChg>
        <pc:picChg chg="add mod">
          <ac:chgData name="Priyal Rawat" userId="3a53b7a0f4dfea17" providerId="LiveId" clId="{6F1CFB54-186E-4683-8BCA-141AA785E696}" dt="2025-05-07T17:33:01.920" v="257"/>
          <ac:picMkLst>
            <pc:docMk/>
            <pc:sldMk cId="0" sldId="258"/>
            <ac:picMk id="8" creationId="{95F875CC-E4A5-0DEC-CB8A-80801DDECFB7}"/>
          </ac:picMkLst>
        </pc:picChg>
      </pc:sldChg>
      <pc:sldChg chg="addSp delSp modSp mod">
        <pc:chgData name="Priyal Rawat" userId="3a53b7a0f4dfea17" providerId="LiveId" clId="{6F1CFB54-186E-4683-8BCA-141AA785E696}" dt="2025-05-07T17:49:48.924" v="621" actId="20577"/>
        <pc:sldMkLst>
          <pc:docMk/>
          <pc:sldMk cId="0" sldId="259"/>
        </pc:sldMkLst>
        <pc:spChg chg="mod">
          <ac:chgData name="Priyal Rawat" userId="3a53b7a0f4dfea17" providerId="LiveId" clId="{6F1CFB54-186E-4683-8BCA-141AA785E696}" dt="2025-05-07T17:49:18.601" v="615" actId="1076"/>
          <ac:spMkLst>
            <pc:docMk/>
            <pc:sldMk cId="0" sldId="259"/>
            <ac:spMk id="3" creationId="{00000000-0000-0000-0000-000000000000}"/>
          </ac:spMkLst>
        </pc:spChg>
        <pc:spChg chg="mod">
          <ac:chgData name="Priyal Rawat" userId="3a53b7a0f4dfea17" providerId="LiveId" clId="{6F1CFB54-186E-4683-8BCA-141AA785E696}" dt="2025-05-07T17:49:23.755" v="617" actId="1076"/>
          <ac:spMkLst>
            <pc:docMk/>
            <pc:sldMk cId="0" sldId="259"/>
            <ac:spMk id="4" creationId="{00000000-0000-0000-0000-000000000000}"/>
          </ac:spMkLst>
        </pc:spChg>
        <pc:spChg chg="mod">
          <ac:chgData name="Priyal Rawat" userId="3a53b7a0f4dfea17" providerId="LiveId" clId="{6F1CFB54-186E-4683-8BCA-141AA785E696}" dt="2025-05-07T17:48:49.303" v="610" actId="1076"/>
          <ac:spMkLst>
            <pc:docMk/>
            <pc:sldMk cId="0" sldId="259"/>
            <ac:spMk id="5" creationId="{00000000-0000-0000-0000-000000000000}"/>
          </ac:spMkLst>
        </pc:spChg>
        <pc:spChg chg="mod">
          <ac:chgData name="Priyal Rawat" userId="3a53b7a0f4dfea17" providerId="LiveId" clId="{6F1CFB54-186E-4683-8BCA-141AA785E696}" dt="2025-05-07T17:49:48.924" v="621" actId="20577"/>
          <ac:spMkLst>
            <pc:docMk/>
            <pc:sldMk cId="0" sldId="259"/>
            <ac:spMk id="6" creationId="{00000000-0000-0000-0000-000000000000}"/>
          </ac:spMkLst>
        </pc:spChg>
        <pc:spChg chg="mod">
          <ac:chgData name="Priyal Rawat" userId="3a53b7a0f4dfea17" providerId="LiveId" clId="{6F1CFB54-186E-4683-8BCA-141AA785E696}" dt="2025-05-07T17:49:11.890" v="614" actId="14100"/>
          <ac:spMkLst>
            <pc:docMk/>
            <pc:sldMk cId="0" sldId="259"/>
            <ac:spMk id="7" creationId="{00000000-0000-0000-0000-000000000000}"/>
          </ac:spMkLst>
        </pc:spChg>
        <pc:spChg chg="mod">
          <ac:chgData name="Priyal Rawat" userId="3a53b7a0f4dfea17" providerId="LiveId" clId="{6F1CFB54-186E-4683-8BCA-141AA785E696}" dt="2025-05-07T17:45:43.423" v="541" actId="108"/>
          <ac:spMkLst>
            <pc:docMk/>
            <pc:sldMk cId="0" sldId="259"/>
            <ac:spMk id="8" creationId="{00000000-0000-0000-0000-000000000000}"/>
          </ac:spMkLst>
        </pc:spChg>
        <pc:spChg chg="del">
          <ac:chgData name="Priyal Rawat" userId="3a53b7a0f4dfea17" providerId="LiveId" clId="{6F1CFB54-186E-4683-8BCA-141AA785E696}" dt="2025-05-07T17:45:32.986" v="538" actId="478"/>
          <ac:spMkLst>
            <pc:docMk/>
            <pc:sldMk cId="0" sldId="259"/>
            <ac:spMk id="9" creationId="{00000000-0000-0000-0000-000000000000}"/>
          </ac:spMkLst>
        </pc:spChg>
        <pc:spChg chg="mod">
          <ac:chgData name="Priyal Rawat" userId="3a53b7a0f4dfea17" providerId="LiveId" clId="{6F1CFB54-186E-4683-8BCA-141AA785E696}" dt="2025-05-07T17:44:48.296" v="528" actId="14100"/>
          <ac:spMkLst>
            <pc:docMk/>
            <pc:sldMk cId="0" sldId="259"/>
            <ac:spMk id="10" creationId="{00000000-0000-0000-0000-000000000000}"/>
          </ac:spMkLst>
        </pc:spChg>
        <pc:spChg chg="mod">
          <ac:chgData name="Priyal Rawat" userId="3a53b7a0f4dfea17" providerId="LiveId" clId="{6F1CFB54-186E-4683-8BCA-141AA785E696}" dt="2025-05-07T17:44:36.706" v="525" actId="1076"/>
          <ac:spMkLst>
            <pc:docMk/>
            <pc:sldMk cId="0" sldId="259"/>
            <ac:spMk id="11" creationId="{00000000-0000-0000-0000-000000000000}"/>
          </ac:spMkLst>
        </pc:spChg>
        <pc:spChg chg="mod">
          <ac:chgData name="Priyal Rawat" userId="3a53b7a0f4dfea17" providerId="LiveId" clId="{6F1CFB54-186E-4683-8BCA-141AA785E696}" dt="2025-05-07T17:44:33.296" v="524" actId="1076"/>
          <ac:spMkLst>
            <pc:docMk/>
            <pc:sldMk cId="0" sldId="259"/>
            <ac:spMk id="12" creationId="{00000000-0000-0000-0000-000000000000}"/>
          </ac:spMkLst>
        </pc:spChg>
        <pc:spChg chg="mod">
          <ac:chgData name="Priyal Rawat" userId="3a53b7a0f4dfea17" providerId="LiveId" clId="{6F1CFB54-186E-4683-8BCA-141AA785E696}" dt="2025-05-07T17:44:44.663" v="527" actId="14100"/>
          <ac:spMkLst>
            <pc:docMk/>
            <pc:sldMk cId="0" sldId="259"/>
            <ac:spMk id="13" creationId="{00000000-0000-0000-0000-000000000000}"/>
          </ac:spMkLst>
        </pc:spChg>
        <pc:spChg chg="mod">
          <ac:chgData name="Priyal Rawat" userId="3a53b7a0f4dfea17" providerId="LiveId" clId="{6F1CFB54-186E-4683-8BCA-141AA785E696}" dt="2025-05-07T17:44:41.635" v="526" actId="1076"/>
          <ac:spMkLst>
            <pc:docMk/>
            <pc:sldMk cId="0" sldId="259"/>
            <ac:spMk id="14" creationId="{00000000-0000-0000-0000-000000000000}"/>
          </ac:spMkLst>
        </pc:spChg>
        <pc:spChg chg="mod topLvl">
          <ac:chgData name="Priyal Rawat" userId="3a53b7a0f4dfea17" providerId="LiveId" clId="{6F1CFB54-186E-4683-8BCA-141AA785E696}" dt="2025-05-07T17:44:27.829" v="522" actId="1076"/>
          <ac:spMkLst>
            <pc:docMk/>
            <pc:sldMk cId="0" sldId="259"/>
            <ac:spMk id="15" creationId="{00000000-0000-0000-0000-000000000000}"/>
          </ac:spMkLst>
        </pc:spChg>
        <pc:spChg chg="del mod topLvl">
          <ac:chgData name="Priyal Rawat" userId="3a53b7a0f4dfea17" providerId="LiveId" clId="{6F1CFB54-186E-4683-8BCA-141AA785E696}" dt="2025-05-07T17:45:27.971" v="537" actId="478"/>
          <ac:spMkLst>
            <pc:docMk/>
            <pc:sldMk cId="0" sldId="259"/>
            <ac:spMk id="16" creationId="{00000000-0000-0000-0000-000000000000}"/>
          </ac:spMkLst>
        </pc:spChg>
        <pc:spChg chg="mod topLvl">
          <ac:chgData name="Priyal Rawat" userId="3a53b7a0f4dfea17" providerId="LiveId" clId="{6F1CFB54-186E-4683-8BCA-141AA785E696}" dt="2025-05-07T17:47:51.640" v="578" actId="12"/>
          <ac:spMkLst>
            <pc:docMk/>
            <pc:sldMk cId="0" sldId="259"/>
            <ac:spMk id="19" creationId="{DF5C867D-7612-A788-A688-9BFA0F674E7D}"/>
          </ac:spMkLst>
        </pc:spChg>
        <pc:spChg chg="del mod">
          <ac:chgData name="Priyal Rawat" userId="3a53b7a0f4dfea17" providerId="LiveId" clId="{6F1CFB54-186E-4683-8BCA-141AA785E696}" dt="2025-05-07T17:47:02.119" v="563" actId="478"/>
          <ac:spMkLst>
            <pc:docMk/>
            <pc:sldMk cId="0" sldId="259"/>
            <ac:spMk id="20" creationId="{A2871D66-877F-747E-91C6-708FCEE62C3E}"/>
          </ac:spMkLst>
        </pc:spChg>
        <pc:spChg chg="del mod">
          <ac:chgData name="Priyal Rawat" userId="3a53b7a0f4dfea17" providerId="LiveId" clId="{6F1CFB54-186E-4683-8BCA-141AA785E696}" dt="2025-05-07T17:47:24.408" v="570" actId="478"/>
          <ac:spMkLst>
            <pc:docMk/>
            <pc:sldMk cId="0" sldId="259"/>
            <ac:spMk id="21" creationId="{5FBB26A1-4B25-F51D-8CD4-5A3E8A886AB9}"/>
          </ac:spMkLst>
        </pc:spChg>
        <pc:spChg chg="del mod topLvl">
          <ac:chgData name="Priyal Rawat" userId="3a53b7a0f4dfea17" providerId="LiveId" clId="{6F1CFB54-186E-4683-8BCA-141AA785E696}" dt="2025-05-07T17:47:33.251" v="573" actId="478"/>
          <ac:spMkLst>
            <pc:docMk/>
            <pc:sldMk cId="0" sldId="259"/>
            <ac:spMk id="22" creationId="{8FA25621-ADC2-5051-F50F-29FB90A05A1B}"/>
          </ac:spMkLst>
        </pc:spChg>
        <pc:grpChg chg="add del mod">
          <ac:chgData name="Priyal Rawat" userId="3a53b7a0f4dfea17" providerId="LiveId" clId="{6F1CFB54-186E-4683-8BCA-141AA785E696}" dt="2025-05-07T17:44:17.683" v="520" actId="165"/>
          <ac:grpSpMkLst>
            <pc:docMk/>
            <pc:sldMk cId="0" sldId="259"/>
            <ac:grpSpMk id="17" creationId="{6B9394CD-21EE-3359-A408-F19A92552FC5}"/>
          </ac:grpSpMkLst>
        </pc:grpChg>
        <pc:grpChg chg="add del mod">
          <ac:chgData name="Priyal Rawat" userId="3a53b7a0f4dfea17" providerId="LiveId" clId="{6F1CFB54-186E-4683-8BCA-141AA785E696}" dt="2025-05-07T17:47:33.251" v="573" actId="478"/>
          <ac:grpSpMkLst>
            <pc:docMk/>
            <pc:sldMk cId="0" sldId="259"/>
            <ac:grpSpMk id="18" creationId="{16B3A1EE-9477-E10B-1AF1-FCAD449D66EB}"/>
          </ac:grpSpMkLst>
        </pc:grpChg>
      </pc:sldChg>
      <pc:sldChg chg="del">
        <pc:chgData name="Priyal Rawat" userId="3a53b7a0f4dfea17" providerId="LiveId" clId="{6F1CFB54-186E-4683-8BCA-141AA785E696}" dt="2025-05-07T19:15:44.096" v="1113" actId="47"/>
        <pc:sldMkLst>
          <pc:docMk/>
          <pc:sldMk cId="0" sldId="260"/>
        </pc:sldMkLst>
      </pc:sldChg>
      <pc:sldChg chg="addSp delSp modSp mod">
        <pc:chgData name="Priyal Rawat" userId="3a53b7a0f4dfea17" providerId="LiveId" clId="{6F1CFB54-186E-4683-8BCA-141AA785E696}" dt="2025-05-07T17:55:56.787" v="716" actId="14100"/>
        <pc:sldMkLst>
          <pc:docMk/>
          <pc:sldMk cId="0" sldId="261"/>
        </pc:sldMkLst>
        <pc:spChg chg="mod">
          <ac:chgData name="Priyal Rawat" userId="3a53b7a0f4dfea17" providerId="LiveId" clId="{6F1CFB54-186E-4683-8BCA-141AA785E696}" dt="2025-05-07T17:55:01.644" v="702" actId="1076"/>
          <ac:spMkLst>
            <pc:docMk/>
            <pc:sldMk cId="0" sldId="261"/>
            <ac:spMk id="2" creationId="{00000000-0000-0000-0000-000000000000}"/>
          </ac:spMkLst>
        </pc:spChg>
        <pc:spChg chg="add del">
          <ac:chgData name="Priyal Rawat" userId="3a53b7a0f4dfea17" providerId="LiveId" clId="{6F1CFB54-186E-4683-8BCA-141AA785E696}" dt="2025-05-07T17:51:06.336" v="645" actId="478"/>
          <ac:spMkLst>
            <pc:docMk/>
            <pc:sldMk cId="0" sldId="261"/>
            <ac:spMk id="4" creationId="{00000000-0000-0000-0000-000000000000}"/>
          </ac:spMkLst>
        </pc:spChg>
        <pc:spChg chg="add del">
          <ac:chgData name="Priyal Rawat" userId="3a53b7a0f4dfea17" providerId="LiveId" clId="{6F1CFB54-186E-4683-8BCA-141AA785E696}" dt="2025-05-07T17:51:08.959" v="646" actId="478"/>
          <ac:spMkLst>
            <pc:docMk/>
            <pc:sldMk cId="0" sldId="261"/>
            <ac:spMk id="6" creationId="{00000000-0000-0000-0000-000000000000}"/>
          </ac:spMkLst>
        </pc:spChg>
        <pc:spChg chg="mod">
          <ac:chgData name="Priyal Rawat" userId="3a53b7a0f4dfea17" providerId="LiveId" clId="{6F1CFB54-186E-4683-8BCA-141AA785E696}" dt="2025-05-07T17:54:47.804" v="701" actId="2711"/>
          <ac:spMkLst>
            <pc:docMk/>
            <pc:sldMk cId="0" sldId="261"/>
            <ac:spMk id="7" creationId="{00000000-0000-0000-0000-000000000000}"/>
          </ac:spMkLst>
        </pc:spChg>
        <pc:spChg chg="add del mod">
          <ac:chgData name="Priyal Rawat" userId="3a53b7a0f4dfea17" providerId="LiveId" clId="{6F1CFB54-186E-4683-8BCA-141AA785E696}" dt="2025-05-07T17:53:24.917" v="683" actId="478"/>
          <ac:spMkLst>
            <pc:docMk/>
            <pc:sldMk cId="0" sldId="261"/>
            <ac:spMk id="8" creationId="{9F2BEDE6-A5F5-AC54-4208-E344920C7A12}"/>
          </ac:spMkLst>
        </pc:spChg>
        <pc:spChg chg="add del mod">
          <ac:chgData name="Priyal Rawat" userId="3a53b7a0f4dfea17" providerId="LiveId" clId="{6F1CFB54-186E-4683-8BCA-141AA785E696}" dt="2025-05-07T17:53:30.276" v="684" actId="478"/>
          <ac:spMkLst>
            <pc:docMk/>
            <pc:sldMk cId="0" sldId="261"/>
            <ac:spMk id="9" creationId="{3CABA188-B931-156B-825E-9E001842233D}"/>
          </ac:spMkLst>
        </pc:spChg>
        <pc:spChg chg="add mod">
          <ac:chgData name="Priyal Rawat" userId="3a53b7a0f4dfea17" providerId="LiveId" clId="{6F1CFB54-186E-4683-8BCA-141AA785E696}" dt="2025-05-07T17:55:21.310" v="707" actId="1076"/>
          <ac:spMkLst>
            <pc:docMk/>
            <pc:sldMk cId="0" sldId="261"/>
            <ac:spMk id="11" creationId="{51B55302-F5AE-9BFC-0E45-8DA3D7410F57}"/>
          </ac:spMkLst>
        </pc:spChg>
        <pc:spChg chg="add mod">
          <ac:chgData name="Priyal Rawat" userId="3a53b7a0f4dfea17" providerId="LiveId" clId="{6F1CFB54-186E-4683-8BCA-141AA785E696}" dt="2025-05-07T17:55:15.964" v="706" actId="1076"/>
          <ac:spMkLst>
            <pc:docMk/>
            <pc:sldMk cId="0" sldId="261"/>
            <ac:spMk id="12" creationId="{BF0C99E4-861B-B1DC-9E77-BF4DC4895D7D}"/>
          </ac:spMkLst>
        </pc:spChg>
        <pc:spChg chg="add mod">
          <ac:chgData name="Priyal Rawat" userId="3a53b7a0f4dfea17" providerId="LiveId" clId="{6F1CFB54-186E-4683-8BCA-141AA785E696}" dt="2025-05-07T17:55:29.205" v="709" actId="1076"/>
          <ac:spMkLst>
            <pc:docMk/>
            <pc:sldMk cId="0" sldId="261"/>
            <ac:spMk id="13" creationId="{4F485CD6-5424-AFE7-969E-4C493B0AC60E}"/>
          </ac:spMkLst>
        </pc:spChg>
        <pc:spChg chg="add mod">
          <ac:chgData name="Priyal Rawat" userId="3a53b7a0f4dfea17" providerId="LiveId" clId="{6F1CFB54-186E-4683-8BCA-141AA785E696}" dt="2025-05-07T17:55:26.309" v="708" actId="1076"/>
          <ac:spMkLst>
            <pc:docMk/>
            <pc:sldMk cId="0" sldId="261"/>
            <ac:spMk id="14" creationId="{55DD66C5-3721-6826-3F7B-5A3BD53CD037}"/>
          </ac:spMkLst>
        </pc:spChg>
        <pc:picChg chg="add del">
          <ac:chgData name="Priyal Rawat" userId="3a53b7a0f4dfea17" providerId="LiveId" clId="{6F1CFB54-186E-4683-8BCA-141AA785E696}" dt="2025-05-07T17:51:02.614" v="644" actId="478"/>
          <ac:picMkLst>
            <pc:docMk/>
            <pc:sldMk cId="0" sldId="261"/>
            <ac:picMk id="3" creationId="{00000000-0000-0000-0000-000000000000}"/>
          </ac:picMkLst>
        </pc:picChg>
        <pc:picChg chg="add del">
          <ac:chgData name="Priyal Rawat" userId="3a53b7a0f4dfea17" providerId="LiveId" clId="{6F1CFB54-186E-4683-8BCA-141AA785E696}" dt="2025-05-07T17:51:10.347" v="647" actId="478"/>
          <ac:picMkLst>
            <pc:docMk/>
            <pc:sldMk cId="0" sldId="261"/>
            <ac:picMk id="5" creationId="{00000000-0000-0000-0000-000000000000}"/>
          </ac:picMkLst>
        </pc:picChg>
        <pc:picChg chg="add mod">
          <ac:chgData name="Priyal Rawat" userId="3a53b7a0f4dfea17" providerId="LiveId" clId="{6F1CFB54-186E-4683-8BCA-141AA785E696}" dt="2025-05-07T17:54:47.804" v="701" actId="2711"/>
          <ac:picMkLst>
            <pc:docMk/>
            <pc:sldMk cId="0" sldId="261"/>
            <ac:picMk id="10" creationId="{486A4739-3867-2301-26A4-A35BC5E38E66}"/>
          </ac:picMkLst>
        </pc:picChg>
        <pc:picChg chg="add mod">
          <ac:chgData name="Priyal Rawat" userId="3a53b7a0f4dfea17" providerId="LiveId" clId="{6F1CFB54-186E-4683-8BCA-141AA785E696}" dt="2025-05-07T17:50:58.526" v="639" actId="14100"/>
          <ac:picMkLst>
            <pc:docMk/>
            <pc:sldMk cId="0" sldId="261"/>
            <ac:picMk id="4098" creationId="{8DFA8CBE-9857-16FB-B451-DDD5A490A353}"/>
          </ac:picMkLst>
        </pc:picChg>
        <pc:picChg chg="add mod">
          <ac:chgData name="Priyal Rawat" userId="3a53b7a0f4dfea17" providerId="LiveId" clId="{6F1CFB54-186E-4683-8BCA-141AA785E696}" dt="2025-05-07T17:55:09.705" v="705" actId="1076"/>
          <ac:picMkLst>
            <pc:docMk/>
            <pc:sldMk cId="0" sldId="261"/>
            <ac:picMk id="4100" creationId="{97DAD41B-6DDE-D1BA-934B-63E629FA3044}"/>
          </ac:picMkLst>
        </pc:picChg>
        <pc:picChg chg="add del mod">
          <ac:chgData name="Priyal Rawat" userId="3a53b7a0f4dfea17" providerId="LiveId" clId="{6F1CFB54-186E-4683-8BCA-141AA785E696}" dt="2025-05-07T17:51:57.926" v="661" actId="21"/>
          <ac:picMkLst>
            <pc:docMk/>
            <pc:sldMk cId="0" sldId="261"/>
            <ac:picMk id="4102" creationId="{86DA87D6-B715-6592-7A4C-3DD6E4534832}"/>
          </ac:picMkLst>
        </pc:picChg>
        <pc:picChg chg="add del mod">
          <ac:chgData name="Priyal Rawat" userId="3a53b7a0f4dfea17" providerId="LiveId" clId="{6F1CFB54-186E-4683-8BCA-141AA785E696}" dt="2025-05-07T17:51:57.926" v="661" actId="21"/>
          <ac:picMkLst>
            <pc:docMk/>
            <pc:sldMk cId="0" sldId="261"/>
            <ac:picMk id="4104" creationId="{B3E0A1AB-8809-1DCB-886A-0B1236CF5642}"/>
          </ac:picMkLst>
        </pc:picChg>
        <pc:picChg chg="add mod">
          <ac:chgData name="Priyal Rawat" userId="3a53b7a0f4dfea17" providerId="LiveId" clId="{6F1CFB54-186E-4683-8BCA-141AA785E696}" dt="2025-05-07T17:55:46.789" v="714" actId="14100"/>
          <ac:picMkLst>
            <pc:docMk/>
            <pc:sldMk cId="0" sldId="261"/>
            <ac:picMk id="4106" creationId="{B2E92268-41CB-F98B-9A22-F86B65FD7EB2}"/>
          </ac:picMkLst>
        </pc:picChg>
        <pc:picChg chg="add mod">
          <ac:chgData name="Priyal Rawat" userId="3a53b7a0f4dfea17" providerId="LiveId" clId="{6F1CFB54-186E-4683-8BCA-141AA785E696}" dt="2025-05-07T17:55:56.787" v="716" actId="14100"/>
          <ac:picMkLst>
            <pc:docMk/>
            <pc:sldMk cId="0" sldId="261"/>
            <ac:picMk id="4108" creationId="{B08EA571-0550-B490-747A-FFCC33D84E81}"/>
          </ac:picMkLst>
        </pc:picChg>
      </pc:sldChg>
      <pc:sldChg chg="del">
        <pc:chgData name="Priyal Rawat" userId="3a53b7a0f4dfea17" providerId="LiveId" clId="{6F1CFB54-186E-4683-8BCA-141AA785E696}" dt="2025-05-07T18:29:04.235" v="783" actId="47"/>
        <pc:sldMkLst>
          <pc:docMk/>
          <pc:sldMk cId="0" sldId="262"/>
        </pc:sldMkLst>
      </pc:sldChg>
      <pc:sldChg chg="addSp delSp modSp mod">
        <pc:chgData name="Priyal Rawat" userId="3a53b7a0f4dfea17" providerId="LiveId" clId="{6F1CFB54-186E-4683-8BCA-141AA785E696}" dt="2025-05-07T19:04:25.217" v="1069" actId="1076"/>
        <pc:sldMkLst>
          <pc:docMk/>
          <pc:sldMk cId="0" sldId="263"/>
        </pc:sldMkLst>
        <pc:spChg chg="mod">
          <ac:chgData name="Priyal Rawat" userId="3a53b7a0f4dfea17" providerId="LiveId" clId="{6F1CFB54-186E-4683-8BCA-141AA785E696}" dt="2025-05-07T19:04:25.217" v="1069" actId="1076"/>
          <ac:spMkLst>
            <pc:docMk/>
            <pc:sldMk cId="0" sldId="263"/>
            <ac:spMk id="3" creationId="{00000000-0000-0000-0000-000000000000}"/>
          </ac:spMkLst>
        </pc:spChg>
        <pc:spChg chg="mod">
          <ac:chgData name="Priyal Rawat" userId="3a53b7a0f4dfea17" providerId="LiveId" clId="{6F1CFB54-186E-4683-8BCA-141AA785E696}" dt="2025-05-07T19:03:03.241" v="1052" actId="113"/>
          <ac:spMkLst>
            <pc:docMk/>
            <pc:sldMk cId="0" sldId="263"/>
            <ac:spMk id="5" creationId="{00000000-0000-0000-0000-000000000000}"/>
          </ac:spMkLst>
        </pc:spChg>
        <pc:spChg chg="mod">
          <ac:chgData name="Priyal Rawat" userId="3a53b7a0f4dfea17" providerId="LiveId" clId="{6F1CFB54-186E-4683-8BCA-141AA785E696}" dt="2025-05-07T19:03:46.793" v="1063" actId="20577"/>
          <ac:spMkLst>
            <pc:docMk/>
            <pc:sldMk cId="0" sldId="263"/>
            <ac:spMk id="6" creationId="{00000000-0000-0000-0000-000000000000}"/>
          </ac:spMkLst>
        </pc:spChg>
        <pc:spChg chg="del">
          <ac:chgData name="Priyal Rawat" userId="3a53b7a0f4dfea17" providerId="LiveId" clId="{6F1CFB54-186E-4683-8BCA-141AA785E696}" dt="2025-05-07T19:01:12.220" v="1033" actId="478"/>
          <ac:spMkLst>
            <pc:docMk/>
            <pc:sldMk cId="0" sldId="263"/>
            <ac:spMk id="8" creationId="{00000000-0000-0000-0000-000000000000}"/>
          </ac:spMkLst>
        </pc:spChg>
        <pc:spChg chg="del">
          <ac:chgData name="Priyal Rawat" userId="3a53b7a0f4dfea17" providerId="LiveId" clId="{6F1CFB54-186E-4683-8BCA-141AA785E696}" dt="2025-05-07T19:01:15.323" v="1034" actId="478"/>
          <ac:spMkLst>
            <pc:docMk/>
            <pc:sldMk cId="0" sldId="263"/>
            <ac:spMk id="9" creationId="{00000000-0000-0000-0000-000000000000}"/>
          </ac:spMkLst>
        </pc:spChg>
        <pc:spChg chg="del mod">
          <ac:chgData name="Priyal Rawat" userId="3a53b7a0f4dfea17" providerId="LiveId" clId="{6F1CFB54-186E-4683-8BCA-141AA785E696}" dt="2025-05-07T19:01:01.345" v="1032" actId="478"/>
          <ac:spMkLst>
            <pc:docMk/>
            <pc:sldMk cId="0" sldId="263"/>
            <ac:spMk id="11" creationId="{00000000-0000-0000-0000-000000000000}"/>
          </ac:spMkLst>
        </pc:spChg>
        <pc:spChg chg="del">
          <ac:chgData name="Priyal Rawat" userId="3a53b7a0f4dfea17" providerId="LiveId" clId="{6F1CFB54-186E-4683-8BCA-141AA785E696}" dt="2025-05-07T19:00:58.193" v="1030" actId="478"/>
          <ac:spMkLst>
            <pc:docMk/>
            <pc:sldMk cId="0" sldId="263"/>
            <ac:spMk id="12" creationId="{00000000-0000-0000-0000-000000000000}"/>
          </ac:spMkLst>
        </pc:spChg>
        <pc:spChg chg="del">
          <ac:chgData name="Priyal Rawat" userId="3a53b7a0f4dfea17" providerId="LiveId" clId="{6F1CFB54-186E-4683-8BCA-141AA785E696}" dt="2025-05-07T19:00:41.901" v="1025" actId="478"/>
          <ac:spMkLst>
            <pc:docMk/>
            <pc:sldMk cId="0" sldId="263"/>
            <ac:spMk id="14" creationId="{00000000-0000-0000-0000-000000000000}"/>
          </ac:spMkLst>
        </pc:spChg>
        <pc:spChg chg="del">
          <ac:chgData name="Priyal Rawat" userId="3a53b7a0f4dfea17" providerId="LiveId" clId="{6F1CFB54-186E-4683-8BCA-141AA785E696}" dt="2025-05-07T19:00:45.325" v="1026" actId="478"/>
          <ac:spMkLst>
            <pc:docMk/>
            <pc:sldMk cId="0" sldId="263"/>
            <ac:spMk id="15" creationId="{00000000-0000-0000-0000-000000000000}"/>
          </ac:spMkLst>
        </pc:spChg>
        <pc:spChg chg="add mod">
          <ac:chgData name="Priyal Rawat" userId="3a53b7a0f4dfea17" providerId="LiveId" clId="{6F1CFB54-186E-4683-8BCA-141AA785E696}" dt="2025-05-07T19:03:26.180" v="1058" actId="113"/>
          <ac:spMkLst>
            <pc:docMk/>
            <pc:sldMk cId="0" sldId="263"/>
            <ac:spMk id="17" creationId="{AA8B9FE1-97BE-995D-855D-7B2AFE803ADA}"/>
          </ac:spMkLst>
        </pc:spChg>
        <pc:spChg chg="add mod">
          <ac:chgData name="Priyal Rawat" userId="3a53b7a0f4dfea17" providerId="LiveId" clId="{6F1CFB54-186E-4683-8BCA-141AA785E696}" dt="2025-05-07T19:03:51.598" v="1064" actId="1076"/>
          <ac:spMkLst>
            <pc:docMk/>
            <pc:sldMk cId="0" sldId="263"/>
            <ac:spMk id="19" creationId="{A6CB219F-2A52-EDCF-3D63-12D0BF11A91F}"/>
          </ac:spMkLst>
        </pc:spChg>
        <pc:spChg chg="add mod">
          <ac:chgData name="Priyal Rawat" userId="3a53b7a0f4dfea17" providerId="LiveId" clId="{6F1CFB54-186E-4683-8BCA-141AA785E696}" dt="2025-05-07T19:04:02.257" v="1067" actId="1076"/>
          <ac:spMkLst>
            <pc:docMk/>
            <pc:sldMk cId="0" sldId="263"/>
            <ac:spMk id="21" creationId="{F2F186F9-EE44-22BA-EFE9-A2B19B209FF0}"/>
          </ac:spMkLst>
        </pc:spChg>
        <pc:spChg chg="add">
          <ac:chgData name="Priyal Rawat" userId="3a53b7a0f4dfea17" providerId="LiveId" clId="{6F1CFB54-186E-4683-8BCA-141AA785E696}" dt="2025-05-07T19:02:11.314" v="1042"/>
          <ac:spMkLst>
            <pc:docMk/>
            <pc:sldMk cId="0" sldId="263"/>
            <ac:spMk id="22" creationId="{093CAB68-A1F3-A5AC-6EE2-2606054B6C2E}"/>
          </ac:spMkLst>
        </pc:spChg>
        <pc:spChg chg="add">
          <ac:chgData name="Priyal Rawat" userId="3a53b7a0f4dfea17" providerId="LiveId" clId="{6F1CFB54-186E-4683-8BCA-141AA785E696}" dt="2025-05-07T19:02:16.924" v="1043"/>
          <ac:spMkLst>
            <pc:docMk/>
            <pc:sldMk cId="0" sldId="263"/>
            <ac:spMk id="23" creationId="{07729E4C-E82F-C7E8-41D2-0C8144E5A08E}"/>
          </ac:spMkLst>
        </pc:spChg>
        <pc:spChg chg="add mod">
          <ac:chgData name="Priyal Rawat" userId="3a53b7a0f4dfea17" providerId="LiveId" clId="{6F1CFB54-186E-4683-8BCA-141AA785E696}" dt="2025-05-07T19:04:08.563" v="1068" actId="14100"/>
          <ac:spMkLst>
            <pc:docMk/>
            <pc:sldMk cId="0" sldId="263"/>
            <ac:spMk id="24" creationId="{35F23B7B-FD84-2C8F-7280-87D41FD89571}"/>
          </ac:spMkLst>
        </pc:spChg>
        <pc:picChg chg="mod">
          <ac:chgData name="Priyal Rawat" userId="3a53b7a0f4dfea17" providerId="LiveId" clId="{6F1CFB54-186E-4683-8BCA-141AA785E696}" dt="2025-05-07T19:00:51.723" v="1028" actId="1076"/>
          <ac:picMkLst>
            <pc:docMk/>
            <pc:sldMk cId="0" sldId="263"/>
            <ac:picMk id="7" creationId="{00000000-0000-0000-0000-000000000000}"/>
          </ac:picMkLst>
        </pc:picChg>
        <pc:picChg chg="mod">
          <ac:chgData name="Priyal Rawat" userId="3a53b7a0f4dfea17" providerId="LiveId" clId="{6F1CFB54-186E-4683-8BCA-141AA785E696}" dt="2025-05-07T19:00:53.881" v="1029" actId="1076"/>
          <ac:picMkLst>
            <pc:docMk/>
            <pc:sldMk cId="0" sldId="263"/>
            <ac:picMk id="10" creationId="{00000000-0000-0000-0000-000000000000}"/>
          </ac:picMkLst>
        </pc:picChg>
        <pc:picChg chg="del">
          <ac:chgData name="Priyal Rawat" userId="3a53b7a0f4dfea17" providerId="LiveId" clId="{6F1CFB54-186E-4683-8BCA-141AA785E696}" dt="2025-05-07T19:00:39.274" v="1024" actId="478"/>
          <ac:picMkLst>
            <pc:docMk/>
            <pc:sldMk cId="0" sldId="263"/>
            <ac:picMk id="13" creationId="{00000000-0000-0000-0000-000000000000}"/>
          </ac:picMkLst>
        </pc:picChg>
      </pc:sldChg>
      <pc:sldChg chg="del">
        <pc:chgData name="Priyal Rawat" userId="3a53b7a0f4dfea17" providerId="LiveId" clId="{6F1CFB54-186E-4683-8BCA-141AA785E696}" dt="2025-05-07T19:04:27.823" v="1070" actId="47"/>
        <pc:sldMkLst>
          <pc:docMk/>
          <pc:sldMk cId="0" sldId="264"/>
        </pc:sldMkLst>
      </pc:sldChg>
      <pc:sldChg chg="modSp add del mod">
        <pc:chgData name="Priyal Rawat" userId="3a53b7a0f4dfea17" providerId="LiveId" clId="{6F1CFB54-186E-4683-8BCA-141AA785E696}" dt="2025-05-07T19:16:27.725" v="1116" actId="47"/>
        <pc:sldMkLst>
          <pc:docMk/>
          <pc:sldMk cId="0" sldId="265"/>
        </pc:sldMkLst>
        <pc:spChg chg="mod">
          <ac:chgData name="Priyal Rawat" userId="3a53b7a0f4dfea17" providerId="LiveId" clId="{6F1CFB54-186E-4683-8BCA-141AA785E696}" dt="2025-05-07T19:06:39.425" v="1101" actId="1076"/>
          <ac:spMkLst>
            <pc:docMk/>
            <pc:sldMk cId="0" sldId="265"/>
            <ac:spMk id="3" creationId="{00000000-0000-0000-0000-000000000000}"/>
          </ac:spMkLst>
        </pc:spChg>
        <pc:spChg chg="mod">
          <ac:chgData name="Priyal Rawat" userId="3a53b7a0f4dfea17" providerId="LiveId" clId="{6F1CFB54-186E-4683-8BCA-141AA785E696}" dt="2025-05-07T19:07:08.650" v="1105" actId="1076"/>
          <ac:spMkLst>
            <pc:docMk/>
            <pc:sldMk cId="0" sldId="265"/>
            <ac:spMk id="4" creationId="{00000000-0000-0000-0000-000000000000}"/>
          </ac:spMkLst>
        </pc:spChg>
        <pc:spChg chg="mod">
          <ac:chgData name="Priyal Rawat" userId="3a53b7a0f4dfea17" providerId="LiveId" clId="{6F1CFB54-186E-4683-8BCA-141AA785E696}" dt="2025-05-07T19:07:12.266" v="1106" actId="1076"/>
          <ac:spMkLst>
            <pc:docMk/>
            <pc:sldMk cId="0" sldId="265"/>
            <ac:spMk id="5" creationId="{00000000-0000-0000-0000-000000000000}"/>
          </ac:spMkLst>
        </pc:spChg>
        <pc:spChg chg="mod">
          <ac:chgData name="Priyal Rawat" userId="3a53b7a0f4dfea17" providerId="LiveId" clId="{6F1CFB54-186E-4683-8BCA-141AA785E696}" dt="2025-05-07T19:07:16.585" v="1108" actId="1076"/>
          <ac:spMkLst>
            <pc:docMk/>
            <pc:sldMk cId="0" sldId="265"/>
            <ac:spMk id="6" creationId="{00000000-0000-0000-0000-000000000000}"/>
          </ac:spMkLst>
        </pc:spChg>
        <pc:spChg chg="mod">
          <ac:chgData name="Priyal Rawat" userId="3a53b7a0f4dfea17" providerId="LiveId" clId="{6F1CFB54-186E-4683-8BCA-141AA785E696}" dt="2025-05-07T19:07:21.199" v="1110" actId="1076"/>
          <ac:spMkLst>
            <pc:docMk/>
            <pc:sldMk cId="0" sldId="265"/>
            <ac:spMk id="7" creationId="{00000000-0000-0000-0000-000000000000}"/>
          </ac:spMkLst>
        </pc:spChg>
        <pc:spChg chg="mod">
          <ac:chgData name="Priyal Rawat" userId="3a53b7a0f4dfea17" providerId="LiveId" clId="{6F1CFB54-186E-4683-8BCA-141AA785E696}" dt="2025-05-07T19:07:23.929" v="1111" actId="1076"/>
          <ac:spMkLst>
            <pc:docMk/>
            <pc:sldMk cId="0" sldId="265"/>
            <ac:spMk id="8" creationId="{00000000-0000-0000-0000-000000000000}"/>
          </ac:spMkLst>
        </pc:spChg>
      </pc:sldChg>
      <pc:sldChg chg="del">
        <pc:chgData name="Priyal Rawat" userId="3a53b7a0f4dfea17" providerId="LiveId" clId="{6F1CFB54-186E-4683-8BCA-141AA785E696}" dt="2025-05-07T19:04:30.611" v="1072" actId="47"/>
        <pc:sldMkLst>
          <pc:docMk/>
          <pc:sldMk cId="0" sldId="266"/>
        </pc:sldMkLst>
      </pc:sldChg>
      <pc:sldChg chg="del">
        <pc:chgData name="Priyal Rawat" userId="3a53b7a0f4dfea17" providerId="LiveId" clId="{6F1CFB54-186E-4683-8BCA-141AA785E696}" dt="2025-05-07T19:04:32.377" v="1073" actId="47"/>
        <pc:sldMkLst>
          <pc:docMk/>
          <pc:sldMk cId="0" sldId="267"/>
        </pc:sldMkLst>
      </pc:sldChg>
      <pc:sldChg chg="del">
        <pc:chgData name="Priyal Rawat" userId="3a53b7a0f4dfea17" providerId="LiveId" clId="{6F1CFB54-186E-4683-8BCA-141AA785E696}" dt="2025-05-07T19:04:36.307" v="1074" actId="47"/>
        <pc:sldMkLst>
          <pc:docMk/>
          <pc:sldMk cId="0" sldId="268"/>
        </pc:sldMkLst>
      </pc:sldChg>
      <pc:sldChg chg="del">
        <pc:chgData name="Priyal Rawat" userId="3a53b7a0f4dfea17" providerId="LiveId" clId="{6F1CFB54-186E-4683-8BCA-141AA785E696}" dt="2025-05-07T19:04:38.260" v="1075" actId="47"/>
        <pc:sldMkLst>
          <pc:docMk/>
          <pc:sldMk cId="0" sldId="269"/>
        </pc:sldMkLst>
      </pc:sldChg>
      <pc:sldChg chg="del">
        <pc:chgData name="Priyal Rawat" userId="3a53b7a0f4dfea17" providerId="LiveId" clId="{6F1CFB54-186E-4683-8BCA-141AA785E696}" dt="2025-05-07T19:16:26.734" v="1115" actId="47"/>
        <pc:sldMkLst>
          <pc:docMk/>
          <pc:sldMk cId="0" sldId="270"/>
        </pc:sldMkLst>
      </pc:sldChg>
      <pc:sldChg chg="del">
        <pc:chgData name="Priyal Rawat" userId="3a53b7a0f4dfea17" providerId="LiveId" clId="{6F1CFB54-186E-4683-8BCA-141AA785E696}" dt="2025-05-07T19:04:43.383" v="1076" actId="47"/>
        <pc:sldMkLst>
          <pc:docMk/>
          <pc:sldMk cId="0" sldId="271"/>
        </pc:sldMkLst>
      </pc:sldChg>
      <pc:sldChg chg="addSp delSp modSp del mod">
        <pc:chgData name="Priyal Rawat" userId="3a53b7a0f4dfea17" providerId="LiveId" clId="{6F1CFB54-186E-4683-8BCA-141AA785E696}" dt="2025-05-07T19:16:22.026" v="1114" actId="47"/>
        <pc:sldMkLst>
          <pc:docMk/>
          <pc:sldMk cId="0" sldId="272"/>
        </pc:sldMkLst>
        <pc:spChg chg="mod">
          <ac:chgData name="Priyal Rawat" userId="3a53b7a0f4dfea17" providerId="LiveId" clId="{6F1CFB54-186E-4683-8BCA-141AA785E696}" dt="2025-05-07T17:39:24.751" v="450" actId="14100"/>
          <ac:spMkLst>
            <pc:docMk/>
            <pc:sldMk cId="0" sldId="272"/>
            <ac:spMk id="2" creationId="{00000000-0000-0000-0000-000000000000}"/>
          </ac:spMkLst>
        </pc:spChg>
        <pc:spChg chg="mod">
          <ac:chgData name="Priyal Rawat" userId="3a53b7a0f4dfea17" providerId="LiveId" clId="{6F1CFB54-186E-4683-8BCA-141AA785E696}" dt="2025-05-07T17:39:56.208" v="460" actId="1076"/>
          <ac:spMkLst>
            <pc:docMk/>
            <pc:sldMk cId="0" sldId="272"/>
            <ac:spMk id="4" creationId="{00000000-0000-0000-0000-000000000000}"/>
          </ac:spMkLst>
        </pc:spChg>
        <pc:spChg chg="mod">
          <ac:chgData name="Priyal Rawat" userId="3a53b7a0f4dfea17" providerId="LiveId" clId="{6F1CFB54-186E-4683-8BCA-141AA785E696}" dt="2025-05-07T17:39:50.382" v="458" actId="1076"/>
          <ac:spMkLst>
            <pc:docMk/>
            <pc:sldMk cId="0" sldId="272"/>
            <ac:spMk id="5" creationId="{00000000-0000-0000-0000-000000000000}"/>
          </ac:spMkLst>
        </pc:spChg>
        <pc:spChg chg="mod">
          <ac:chgData name="Priyal Rawat" userId="3a53b7a0f4dfea17" providerId="LiveId" clId="{6F1CFB54-186E-4683-8BCA-141AA785E696}" dt="2025-05-07T17:41:59.877" v="493" actId="1076"/>
          <ac:spMkLst>
            <pc:docMk/>
            <pc:sldMk cId="0" sldId="272"/>
            <ac:spMk id="8" creationId="{00000000-0000-0000-0000-000000000000}"/>
          </ac:spMkLst>
        </pc:spChg>
        <pc:spChg chg="mod">
          <ac:chgData name="Priyal Rawat" userId="3a53b7a0f4dfea17" providerId="LiveId" clId="{6F1CFB54-186E-4683-8BCA-141AA785E696}" dt="2025-05-07T17:39:47.521" v="457" actId="1076"/>
          <ac:spMkLst>
            <pc:docMk/>
            <pc:sldMk cId="0" sldId="272"/>
            <ac:spMk id="9" creationId="{00000000-0000-0000-0000-000000000000}"/>
          </ac:spMkLst>
        </pc:spChg>
        <pc:spChg chg="mod">
          <ac:chgData name="Priyal Rawat" userId="3a53b7a0f4dfea17" providerId="LiveId" clId="{6F1CFB54-186E-4683-8BCA-141AA785E696}" dt="2025-05-07T17:42:05.228" v="506" actId="1076"/>
          <ac:spMkLst>
            <pc:docMk/>
            <pc:sldMk cId="0" sldId="272"/>
            <ac:spMk id="12" creationId="{00000000-0000-0000-0000-000000000000}"/>
          </ac:spMkLst>
        </pc:spChg>
        <pc:spChg chg="mod">
          <ac:chgData name="Priyal Rawat" userId="3a53b7a0f4dfea17" providerId="LiveId" clId="{6F1CFB54-186E-4683-8BCA-141AA785E696}" dt="2025-05-07T17:39:43.498" v="456" actId="1076"/>
          <ac:spMkLst>
            <pc:docMk/>
            <pc:sldMk cId="0" sldId="272"/>
            <ac:spMk id="13" creationId="{00000000-0000-0000-0000-000000000000}"/>
          </ac:spMkLst>
        </pc:spChg>
        <pc:spChg chg="mod">
          <ac:chgData name="Priyal Rawat" userId="3a53b7a0f4dfea17" providerId="LiveId" clId="{6F1CFB54-186E-4683-8BCA-141AA785E696}" dt="2025-05-07T17:39:29.559" v="451" actId="1076"/>
          <ac:spMkLst>
            <pc:docMk/>
            <pc:sldMk cId="0" sldId="272"/>
            <ac:spMk id="14" creationId="{00000000-0000-0000-0000-000000000000}"/>
          </ac:spMkLst>
        </pc:spChg>
        <pc:picChg chg="mod">
          <ac:chgData name="Priyal Rawat" userId="3a53b7a0f4dfea17" providerId="LiveId" clId="{6F1CFB54-186E-4683-8BCA-141AA785E696}" dt="2025-05-07T17:41:59.044" v="491" actId="1076"/>
          <ac:picMkLst>
            <pc:docMk/>
            <pc:sldMk cId="0" sldId="272"/>
            <ac:picMk id="3" creationId="{00000000-0000-0000-0000-000000000000}"/>
          </ac:picMkLst>
        </pc:picChg>
        <pc:picChg chg="mod">
          <ac:chgData name="Priyal Rawat" userId="3a53b7a0f4dfea17" providerId="LiveId" clId="{6F1CFB54-186E-4683-8BCA-141AA785E696}" dt="2025-05-07T17:42:00.967" v="496" actId="1076"/>
          <ac:picMkLst>
            <pc:docMk/>
            <pc:sldMk cId="0" sldId="272"/>
            <ac:picMk id="7" creationId="{00000000-0000-0000-0000-000000000000}"/>
          </ac:picMkLst>
        </pc:picChg>
        <pc:picChg chg="mod">
          <ac:chgData name="Priyal Rawat" userId="3a53b7a0f4dfea17" providerId="LiveId" clId="{6F1CFB54-186E-4683-8BCA-141AA785E696}" dt="2025-05-07T17:42:04.328" v="504" actId="1076"/>
          <ac:picMkLst>
            <pc:docMk/>
            <pc:sldMk cId="0" sldId="272"/>
            <ac:picMk id="11" creationId="{00000000-0000-0000-0000-000000000000}"/>
          </ac:picMkLst>
        </pc:picChg>
        <pc:picChg chg="add del mod">
          <ac:chgData name="Priyal Rawat" userId="3a53b7a0f4dfea17" providerId="LiveId" clId="{6F1CFB54-186E-4683-8BCA-141AA785E696}" dt="2025-05-07T17:42:25.565" v="509" actId="478"/>
          <ac:picMkLst>
            <pc:docMk/>
            <pc:sldMk cId="0" sldId="272"/>
            <ac:picMk id="15" creationId="{AA2077B7-6CBF-3031-2AEE-46CA301E4A5F}"/>
          </ac:picMkLst>
        </pc:picChg>
        <pc:picChg chg="add del mod">
          <ac:chgData name="Priyal Rawat" userId="3a53b7a0f4dfea17" providerId="LiveId" clId="{6F1CFB54-186E-4683-8BCA-141AA785E696}" dt="2025-05-07T17:41:57.820" v="489" actId="478"/>
          <ac:picMkLst>
            <pc:docMk/>
            <pc:sldMk cId="0" sldId="272"/>
            <ac:picMk id="16" creationId="{BA4AE948-177F-4CA1-84D9-602299FFBD6E}"/>
          </ac:picMkLst>
        </pc:picChg>
      </pc:sldChg>
      <pc:sldChg chg="addSp modSp mod modNotesTx">
        <pc:chgData name="Priyal Rawat" userId="3a53b7a0f4dfea17" providerId="LiveId" clId="{6F1CFB54-186E-4683-8BCA-141AA785E696}" dt="2025-05-08T19:16:29.133" v="1439"/>
        <pc:sldMkLst>
          <pc:docMk/>
          <pc:sldMk cId="0" sldId="273"/>
        </pc:sldMkLst>
        <pc:spChg chg="mod">
          <ac:chgData name="Priyal Rawat" userId="3a53b7a0f4dfea17" providerId="LiveId" clId="{6F1CFB54-186E-4683-8BCA-141AA785E696}" dt="2025-05-07T17:38:34.850" v="410" actId="20577"/>
          <ac:spMkLst>
            <pc:docMk/>
            <pc:sldMk cId="0" sldId="273"/>
            <ac:spMk id="3" creationId="{00000000-0000-0000-0000-000000000000}"/>
          </ac:spMkLst>
        </pc:spChg>
        <pc:spChg chg="mod">
          <ac:chgData name="Priyal Rawat" userId="3a53b7a0f4dfea17" providerId="LiveId" clId="{6F1CFB54-186E-4683-8BCA-141AA785E696}" dt="2025-05-07T17:38:31.731" v="409" actId="2711"/>
          <ac:spMkLst>
            <pc:docMk/>
            <pc:sldMk cId="0" sldId="273"/>
            <ac:spMk id="5" creationId="{00000000-0000-0000-0000-000000000000}"/>
          </ac:spMkLst>
        </pc:spChg>
        <pc:spChg chg="mod">
          <ac:chgData name="Priyal Rawat" userId="3a53b7a0f4dfea17" providerId="LiveId" clId="{6F1CFB54-186E-4683-8BCA-141AA785E696}" dt="2025-05-07T17:38:31.731" v="409" actId="2711"/>
          <ac:spMkLst>
            <pc:docMk/>
            <pc:sldMk cId="0" sldId="273"/>
            <ac:spMk id="6" creationId="{00000000-0000-0000-0000-000000000000}"/>
          </ac:spMkLst>
        </pc:spChg>
        <pc:spChg chg="mod">
          <ac:chgData name="Priyal Rawat" userId="3a53b7a0f4dfea17" providerId="LiveId" clId="{6F1CFB54-186E-4683-8BCA-141AA785E696}" dt="2025-05-07T17:38:31.731" v="409" actId="2711"/>
          <ac:spMkLst>
            <pc:docMk/>
            <pc:sldMk cId="0" sldId="273"/>
            <ac:spMk id="8" creationId="{00000000-0000-0000-0000-000000000000}"/>
          </ac:spMkLst>
        </pc:spChg>
        <pc:spChg chg="mod">
          <ac:chgData name="Priyal Rawat" userId="3a53b7a0f4dfea17" providerId="LiveId" clId="{6F1CFB54-186E-4683-8BCA-141AA785E696}" dt="2025-05-07T17:38:31.731" v="409" actId="2711"/>
          <ac:spMkLst>
            <pc:docMk/>
            <pc:sldMk cId="0" sldId="273"/>
            <ac:spMk id="9" creationId="{00000000-0000-0000-0000-000000000000}"/>
          </ac:spMkLst>
        </pc:spChg>
        <pc:spChg chg="mod">
          <ac:chgData name="Priyal Rawat" userId="3a53b7a0f4dfea17" providerId="LiveId" clId="{6F1CFB54-186E-4683-8BCA-141AA785E696}" dt="2025-05-07T17:38:31.731" v="409" actId="2711"/>
          <ac:spMkLst>
            <pc:docMk/>
            <pc:sldMk cId="0" sldId="273"/>
            <ac:spMk id="11" creationId="{00000000-0000-0000-0000-000000000000}"/>
          </ac:spMkLst>
        </pc:spChg>
        <pc:spChg chg="mod">
          <ac:chgData name="Priyal Rawat" userId="3a53b7a0f4dfea17" providerId="LiveId" clId="{6F1CFB54-186E-4683-8BCA-141AA785E696}" dt="2025-05-07T17:38:31.731" v="409" actId="2711"/>
          <ac:spMkLst>
            <pc:docMk/>
            <pc:sldMk cId="0" sldId="273"/>
            <ac:spMk id="12" creationId="{00000000-0000-0000-0000-000000000000}"/>
          </ac:spMkLst>
        </pc:spChg>
        <pc:picChg chg="mod">
          <ac:chgData name="Priyal Rawat" userId="3a53b7a0f4dfea17" providerId="LiveId" clId="{6F1CFB54-186E-4683-8BCA-141AA785E696}" dt="2025-05-07T17:37:07.110" v="363" actId="1076"/>
          <ac:picMkLst>
            <pc:docMk/>
            <pc:sldMk cId="0" sldId="273"/>
            <ac:picMk id="4" creationId="{00000000-0000-0000-0000-000000000000}"/>
          </ac:picMkLst>
        </pc:picChg>
        <pc:picChg chg="mod">
          <ac:chgData name="Priyal Rawat" userId="3a53b7a0f4dfea17" providerId="LiveId" clId="{6F1CFB54-186E-4683-8BCA-141AA785E696}" dt="2025-05-07T17:37:15.922" v="366" actId="1076"/>
          <ac:picMkLst>
            <pc:docMk/>
            <pc:sldMk cId="0" sldId="273"/>
            <ac:picMk id="7" creationId="{00000000-0000-0000-0000-000000000000}"/>
          </ac:picMkLst>
        </pc:picChg>
        <pc:picChg chg="mod">
          <ac:chgData name="Priyal Rawat" userId="3a53b7a0f4dfea17" providerId="LiveId" clId="{6F1CFB54-186E-4683-8BCA-141AA785E696}" dt="2025-05-07T17:38:39.228" v="411" actId="1076"/>
          <ac:picMkLst>
            <pc:docMk/>
            <pc:sldMk cId="0" sldId="273"/>
            <ac:picMk id="10" creationId="{00000000-0000-0000-0000-000000000000}"/>
          </ac:picMkLst>
        </pc:picChg>
        <pc:picChg chg="add mod">
          <ac:chgData name="Priyal Rawat" userId="3a53b7a0f4dfea17" providerId="LiveId" clId="{6F1CFB54-186E-4683-8BCA-141AA785E696}" dt="2025-05-07T17:38:52.106" v="412"/>
          <ac:picMkLst>
            <pc:docMk/>
            <pc:sldMk cId="0" sldId="273"/>
            <ac:picMk id="13" creationId="{1F81D704-1132-FA58-7AC8-56226D8DDD7A}"/>
          </ac:picMkLst>
        </pc:picChg>
      </pc:sldChg>
      <pc:sldChg chg="addSp delSp modSp mod">
        <pc:chgData name="Priyal Rawat" userId="3a53b7a0f4dfea17" providerId="LiveId" clId="{6F1CFB54-186E-4683-8BCA-141AA785E696}" dt="2025-05-07T17:38:54.424" v="413"/>
        <pc:sldMkLst>
          <pc:docMk/>
          <pc:sldMk cId="0" sldId="274"/>
        </pc:sldMkLst>
        <pc:spChg chg="del">
          <ac:chgData name="Priyal Rawat" userId="3a53b7a0f4dfea17" providerId="LiveId" clId="{6F1CFB54-186E-4683-8BCA-141AA785E696}" dt="2025-05-07T17:33:42.123" v="262" actId="478"/>
          <ac:spMkLst>
            <pc:docMk/>
            <pc:sldMk cId="0" sldId="274"/>
            <ac:spMk id="3" creationId="{00000000-0000-0000-0000-000000000000}"/>
          </ac:spMkLst>
        </pc:spChg>
        <pc:spChg chg="del">
          <ac:chgData name="Priyal Rawat" userId="3a53b7a0f4dfea17" providerId="LiveId" clId="{6F1CFB54-186E-4683-8BCA-141AA785E696}" dt="2025-05-07T17:33:38.673" v="261" actId="478"/>
          <ac:spMkLst>
            <pc:docMk/>
            <pc:sldMk cId="0" sldId="274"/>
            <ac:spMk id="4" creationId="{00000000-0000-0000-0000-000000000000}"/>
          </ac:spMkLst>
        </pc:spChg>
        <pc:spChg chg="del">
          <ac:chgData name="Priyal Rawat" userId="3a53b7a0f4dfea17" providerId="LiveId" clId="{6F1CFB54-186E-4683-8BCA-141AA785E696}" dt="2025-05-07T17:33:35.019" v="260" actId="478"/>
          <ac:spMkLst>
            <pc:docMk/>
            <pc:sldMk cId="0" sldId="274"/>
            <ac:spMk id="5" creationId="{00000000-0000-0000-0000-000000000000}"/>
          </ac:spMkLst>
        </pc:spChg>
        <pc:spChg chg="del">
          <ac:chgData name="Priyal Rawat" userId="3a53b7a0f4dfea17" providerId="LiveId" clId="{6F1CFB54-186E-4683-8BCA-141AA785E696}" dt="2025-05-07T17:33:32.658" v="259" actId="478"/>
          <ac:spMkLst>
            <pc:docMk/>
            <pc:sldMk cId="0" sldId="274"/>
            <ac:spMk id="6" creationId="{00000000-0000-0000-0000-000000000000}"/>
          </ac:spMkLst>
        </pc:spChg>
        <pc:spChg chg="del">
          <ac:chgData name="Priyal Rawat" userId="3a53b7a0f4dfea17" providerId="LiveId" clId="{6F1CFB54-186E-4683-8BCA-141AA785E696}" dt="2025-05-07T17:34:03.028" v="266" actId="478"/>
          <ac:spMkLst>
            <pc:docMk/>
            <pc:sldMk cId="0" sldId="274"/>
            <ac:spMk id="7" creationId="{00000000-0000-0000-0000-000000000000}"/>
          </ac:spMkLst>
        </pc:spChg>
        <pc:spChg chg="del">
          <ac:chgData name="Priyal Rawat" userId="3a53b7a0f4dfea17" providerId="LiveId" clId="{6F1CFB54-186E-4683-8BCA-141AA785E696}" dt="2025-05-07T17:33:24.671" v="258" actId="478"/>
          <ac:spMkLst>
            <pc:docMk/>
            <pc:sldMk cId="0" sldId="274"/>
            <ac:spMk id="8" creationId="{00000000-0000-0000-0000-000000000000}"/>
          </ac:spMkLst>
        </pc:spChg>
        <pc:spChg chg="add mod">
          <ac:chgData name="Priyal Rawat" userId="3a53b7a0f4dfea17" providerId="LiveId" clId="{6F1CFB54-186E-4683-8BCA-141AA785E696}" dt="2025-05-07T17:35:12.922" v="299" actId="1076"/>
          <ac:spMkLst>
            <pc:docMk/>
            <pc:sldMk cId="0" sldId="274"/>
            <ac:spMk id="11" creationId="{8D5540C1-48ED-EE90-2519-D34618883E58}"/>
          </ac:spMkLst>
        </pc:spChg>
        <pc:picChg chg="add mod">
          <ac:chgData name="Priyal Rawat" userId="3a53b7a0f4dfea17" providerId="LiveId" clId="{6F1CFB54-186E-4683-8BCA-141AA785E696}" dt="2025-05-07T17:38:54.424" v="413"/>
          <ac:picMkLst>
            <pc:docMk/>
            <pc:sldMk cId="0" sldId="274"/>
            <ac:picMk id="12" creationId="{A1B6DB99-F5BF-B7F6-AB98-8A36F41F831D}"/>
          </ac:picMkLst>
        </pc:picChg>
      </pc:sldChg>
      <pc:sldChg chg="addSp modSp modNotesTx">
        <pc:chgData name="Priyal Rawat" userId="3a53b7a0f4dfea17" providerId="LiveId" clId="{6F1CFB54-186E-4683-8BCA-141AA785E696}" dt="2025-05-08T19:16:35.063" v="1441"/>
        <pc:sldMkLst>
          <pc:docMk/>
          <pc:sldMk cId="0" sldId="275"/>
        </pc:sldMkLst>
        <pc:picChg chg="add mod">
          <ac:chgData name="Priyal Rawat" userId="3a53b7a0f4dfea17" providerId="LiveId" clId="{6F1CFB54-186E-4683-8BCA-141AA785E696}" dt="2025-05-07T17:38:56.636" v="414"/>
          <ac:picMkLst>
            <pc:docMk/>
            <pc:sldMk cId="0" sldId="275"/>
            <ac:picMk id="12" creationId="{82D94EC1-B6F7-4E99-E0CA-381CC686C299}"/>
          </ac:picMkLst>
        </pc:picChg>
      </pc:sldChg>
      <pc:sldChg chg="modSp add del mod">
        <pc:chgData name="Priyal Rawat" userId="3a53b7a0f4dfea17" providerId="LiveId" clId="{6F1CFB54-186E-4683-8BCA-141AA785E696}" dt="2025-05-07T17:41:58.215" v="490"/>
        <pc:sldMkLst>
          <pc:docMk/>
          <pc:sldMk cId="0" sldId="276"/>
        </pc:sldMkLst>
        <pc:spChg chg="mod">
          <ac:chgData name="Priyal Rawat" userId="3a53b7a0f4dfea17" providerId="LiveId" clId="{6F1CFB54-186E-4683-8BCA-141AA785E696}" dt="2025-05-07T17:41:46.518" v="483" actId="20577"/>
          <ac:spMkLst>
            <pc:docMk/>
            <pc:sldMk cId="0" sldId="276"/>
            <ac:spMk id="3" creationId="{00000000-0000-0000-0000-000000000000}"/>
          </ac:spMkLst>
        </pc:spChg>
      </pc:sldChg>
      <pc:sldChg chg="addSp modSp new del mod">
        <pc:chgData name="Priyal Rawat" userId="3a53b7a0f4dfea17" providerId="LiveId" clId="{6F1CFB54-186E-4683-8BCA-141AA785E696}" dt="2025-05-07T18:19:05.841" v="750" actId="47"/>
        <pc:sldMkLst>
          <pc:docMk/>
          <pc:sldMk cId="1891648078" sldId="276"/>
        </pc:sldMkLst>
        <pc:spChg chg="add mod">
          <ac:chgData name="Priyal Rawat" userId="3a53b7a0f4dfea17" providerId="LiveId" clId="{6F1CFB54-186E-4683-8BCA-141AA785E696}" dt="2025-05-07T18:09:40.743" v="747" actId="14100"/>
          <ac:spMkLst>
            <pc:docMk/>
            <pc:sldMk cId="1891648078" sldId="276"/>
            <ac:spMk id="3" creationId="{004C7EAB-79E1-E0C0-5892-C3145747DF30}"/>
          </ac:spMkLst>
        </pc:spChg>
        <pc:spChg chg="add mod">
          <ac:chgData name="Priyal Rawat" userId="3a53b7a0f4dfea17" providerId="LiveId" clId="{6F1CFB54-186E-4683-8BCA-141AA785E696}" dt="2025-05-07T18:14:30.039" v="748"/>
          <ac:spMkLst>
            <pc:docMk/>
            <pc:sldMk cId="1891648078" sldId="276"/>
            <ac:spMk id="4" creationId="{724AEDB0-7C87-6276-CBAF-84846DE420ED}"/>
          </ac:spMkLst>
        </pc:spChg>
      </pc:sldChg>
      <pc:sldChg chg="modSp add del mod">
        <pc:chgData name="Priyal Rawat" userId="3a53b7a0f4dfea17" providerId="LiveId" clId="{6F1CFB54-186E-4683-8BCA-141AA785E696}" dt="2025-05-07T18:26:14.679" v="781" actId="47"/>
        <pc:sldMkLst>
          <pc:docMk/>
          <pc:sldMk cId="0" sldId="277"/>
        </pc:sldMkLst>
        <pc:spChg chg="mod">
          <ac:chgData name="Priyal Rawat" userId="3a53b7a0f4dfea17" providerId="LiveId" clId="{6F1CFB54-186E-4683-8BCA-141AA785E696}" dt="2025-05-07T18:19:20.297" v="753" actId="255"/>
          <ac:spMkLst>
            <pc:docMk/>
            <pc:sldMk cId="0" sldId="277"/>
            <ac:spMk id="6" creationId="{00000000-0000-0000-0000-000000000000}"/>
          </ac:spMkLst>
        </pc:spChg>
        <pc:spChg chg="mod">
          <ac:chgData name="Priyal Rawat" userId="3a53b7a0f4dfea17" providerId="LiveId" clId="{6F1CFB54-186E-4683-8BCA-141AA785E696}" dt="2025-05-07T18:19:20.297" v="753" actId="255"/>
          <ac:spMkLst>
            <pc:docMk/>
            <pc:sldMk cId="0" sldId="277"/>
            <ac:spMk id="12" creationId="{00000000-0000-0000-0000-000000000000}"/>
          </ac:spMkLst>
        </pc:spChg>
        <pc:spChg chg="mod">
          <ac:chgData name="Priyal Rawat" userId="3a53b7a0f4dfea17" providerId="LiveId" clId="{6F1CFB54-186E-4683-8BCA-141AA785E696}" dt="2025-05-07T18:19:20.297" v="753" actId="255"/>
          <ac:spMkLst>
            <pc:docMk/>
            <pc:sldMk cId="0" sldId="277"/>
            <ac:spMk id="18" creationId="{00000000-0000-0000-0000-000000000000}"/>
          </ac:spMkLst>
        </pc:spChg>
        <pc:spChg chg="mod">
          <ac:chgData name="Priyal Rawat" userId="3a53b7a0f4dfea17" providerId="LiveId" clId="{6F1CFB54-186E-4683-8BCA-141AA785E696}" dt="2025-05-07T18:19:20.297" v="753" actId="255"/>
          <ac:spMkLst>
            <pc:docMk/>
            <pc:sldMk cId="0" sldId="277"/>
            <ac:spMk id="24" creationId="{00000000-0000-0000-0000-000000000000}"/>
          </ac:spMkLst>
        </pc:spChg>
        <pc:spChg chg="mod">
          <ac:chgData name="Priyal Rawat" userId="3a53b7a0f4dfea17" providerId="LiveId" clId="{6F1CFB54-186E-4683-8BCA-141AA785E696}" dt="2025-05-07T18:19:20.297" v="753" actId="255"/>
          <ac:spMkLst>
            <pc:docMk/>
            <pc:sldMk cId="0" sldId="277"/>
            <ac:spMk id="30" creationId="{00000000-0000-0000-0000-000000000000}"/>
          </ac:spMkLst>
        </pc:spChg>
        <pc:grpChg chg="mod">
          <ac:chgData name="Priyal Rawat" userId="3a53b7a0f4dfea17" providerId="LiveId" clId="{6F1CFB54-186E-4683-8BCA-141AA785E696}" dt="2025-05-07T18:19:11.353" v="752" actId="1076"/>
          <ac:grpSpMkLst>
            <pc:docMk/>
            <pc:sldMk cId="0" sldId="277"/>
            <ac:grpSpMk id="73" creationId="{ACCB65D8-F16F-1258-DC09-502FC1D1C87E}"/>
          </ac:grpSpMkLst>
        </pc:grpChg>
      </pc:sldChg>
      <pc:sldChg chg="modSp add del mod">
        <pc:chgData name="Priyal Rawat" userId="3a53b7a0f4dfea17" providerId="LiveId" clId="{6F1CFB54-186E-4683-8BCA-141AA785E696}" dt="2025-05-07T19:19:00.254" v="1117" actId="47"/>
        <pc:sldMkLst>
          <pc:docMk/>
          <pc:sldMk cId="0" sldId="278"/>
        </pc:sldMkLst>
        <pc:spChg chg="mod">
          <ac:chgData name="Priyal Rawat" userId="3a53b7a0f4dfea17" providerId="LiveId" clId="{6F1CFB54-186E-4683-8BCA-141AA785E696}" dt="2025-05-07T18:25:38.832" v="779" actId="255"/>
          <ac:spMkLst>
            <pc:docMk/>
            <pc:sldMk cId="0" sldId="278"/>
            <ac:spMk id="2" creationId="{00000000-0000-0000-0000-000000000000}"/>
          </ac:spMkLst>
        </pc:spChg>
        <pc:spChg chg="mod">
          <ac:chgData name="Priyal Rawat" userId="3a53b7a0f4dfea17" providerId="LiveId" clId="{6F1CFB54-186E-4683-8BCA-141AA785E696}" dt="2025-05-07T18:25:33.125" v="778" actId="403"/>
          <ac:spMkLst>
            <pc:docMk/>
            <pc:sldMk cId="0" sldId="278"/>
            <ac:spMk id="3" creationId="{00000000-0000-0000-0000-000000000000}"/>
          </ac:spMkLst>
        </pc:spChg>
        <pc:spChg chg="mod">
          <ac:chgData name="Priyal Rawat" userId="3a53b7a0f4dfea17" providerId="LiveId" clId="{6F1CFB54-186E-4683-8BCA-141AA785E696}" dt="2025-05-07T18:25:25.894" v="774" actId="207"/>
          <ac:spMkLst>
            <pc:docMk/>
            <pc:sldMk cId="0" sldId="278"/>
            <ac:spMk id="37" creationId="{00000000-0000-0000-0000-000000000000}"/>
          </ac:spMkLst>
        </pc:spChg>
      </pc:sldChg>
      <pc:sldChg chg="addSp modSp add mod">
        <pc:chgData name="Priyal Rawat" userId="3a53b7a0f4dfea17" providerId="LiveId" clId="{6F1CFB54-186E-4683-8BCA-141AA785E696}" dt="2025-05-07T18:26:00.036" v="780"/>
        <pc:sldMkLst>
          <pc:docMk/>
          <pc:sldMk cId="0" sldId="279"/>
        </pc:sldMkLst>
        <pc:spChg chg="mod">
          <ac:chgData name="Priyal Rawat" userId="3a53b7a0f4dfea17" providerId="LiveId" clId="{6F1CFB54-186E-4683-8BCA-141AA785E696}" dt="2025-05-07T18:24:41.307" v="762" actId="255"/>
          <ac:spMkLst>
            <pc:docMk/>
            <pc:sldMk cId="0" sldId="279"/>
            <ac:spMk id="2" creationId="{00000000-0000-0000-0000-000000000000}"/>
          </ac:spMkLst>
        </pc:spChg>
        <pc:spChg chg="mod">
          <ac:chgData name="Priyal Rawat" userId="3a53b7a0f4dfea17" providerId="LiveId" clId="{6F1CFB54-186E-4683-8BCA-141AA785E696}" dt="2025-05-07T18:25:09.930" v="768" actId="2711"/>
          <ac:spMkLst>
            <pc:docMk/>
            <pc:sldMk cId="0" sldId="279"/>
            <ac:spMk id="4" creationId="{00000000-0000-0000-0000-000000000000}"/>
          </ac:spMkLst>
        </pc:spChg>
        <pc:spChg chg="mod">
          <ac:chgData name="Priyal Rawat" userId="3a53b7a0f4dfea17" providerId="LiveId" clId="{6F1CFB54-186E-4683-8BCA-141AA785E696}" dt="2025-05-07T18:25:09.930" v="768" actId="2711"/>
          <ac:spMkLst>
            <pc:docMk/>
            <pc:sldMk cId="0" sldId="279"/>
            <ac:spMk id="7" creationId="{00000000-0000-0000-0000-000000000000}"/>
          </ac:spMkLst>
        </pc:spChg>
        <pc:spChg chg="mod">
          <ac:chgData name="Priyal Rawat" userId="3a53b7a0f4dfea17" providerId="LiveId" clId="{6F1CFB54-186E-4683-8BCA-141AA785E696}" dt="2025-05-07T18:25:09.930" v="768" actId="2711"/>
          <ac:spMkLst>
            <pc:docMk/>
            <pc:sldMk cId="0" sldId="279"/>
            <ac:spMk id="11" creationId="{00000000-0000-0000-0000-000000000000}"/>
          </ac:spMkLst>
        </pc:spChg>
        <pc:spChg chg="mod">
          <ac:chgData name="Priyal Rawat" userId="3a53b7a0f4dfea17" providerId="LiveId" clId="{6F1CFB54-186E-4683-8BCA-141AA785E696}" dt="2025-05-07T18:25:09.930" v="768" actId="2711"/>
          <ac:spMkLst>
            <pc:docMk/>
            <pc:sldMk cId="0" sldId="279"/>
            <ac:spMk id="19" creationId="{00000000-0000-0000-0000-000000000000}"/>
          </ac:spMkLst>
        </pc:spChg>
        <pc:spChg chg="mod">
          <ac:chgData name="Priyal Rawat" userId="3a53b7a0f4dfea17" providerId="LiveId" clId="{6F1CFB54-186E-4683-8BCA-141AA785E696}" dt="2025-05-07T18:25:09.930" v="768" actId="2711"/>
          <ac:spMkLst>
            <pc:docMk/>
            <pc:sldMk cId="0" sldId="279"/>
            <ac:spMk id="25" creationId="{00000000-0000-0000-0000-000000000000}"/>
          </ac:spMkLst>
        </pc:spChg>
        <pc:spChg chg="mod">
          <ac:chgData name="Priyal Rawat" userId="3a53b7a0f4dfea17" providerId="LiveId" clId="{6F1CFB54-186E-4683-8BCA-141AA785E696}" dt="2025-05-07T18:25:09.930" v="768" actId="2711"/>
          <ac:spMkLst>
            <pc:docMk/>
            <pc:sldMk cId="0" sldId="279"/>
            <ac:spMk id="34" creationId="{00000000-0000-0000-0000-000000000000}"/>
          </ac:spMkLst>
        </pc:spChg>
        <pc:spChg chg="mod">
          <ac:chgData name="Priyal Rawat" userId="3a53b7a0f4dfea17" providerId="LiveId" clId="{6F1CFB54-186E-4683-8BCA-141AA785E696}" dt="2025-05-07T18:25:00.939" v="766" actId="403"/>
          <ac:spMkLst>
            <pc:docMk/>
            <pc:sldMk cId="0" sldId="279"/>
            <ac:spMk id="36" creationId="{00000000-0000-0000-0000-000000000000}"/>
          </ac:spMkLst>
        </pc:spChg>
        <pc:spChg chg="mod">
          <ac:chgData name="Priyal Rawat" userId="3a53b7a0f4dfea17" providerId="LiveId" clId="{6F1CFB54-186E-4683-8BCA-141AA785E696}" dt="2025-05-07T18:24:35.083" v="761" actId="403"/>
          <ac:spMkLst>
            <pc:docMk/>
            <pc:sldMk cId="0" sldId="279"/>
            <ac:spMk id="37" creationId="{00000000-0000-0000-0000-000000000000}"/>
          </ac:spMkLst>
        </pc:spChg>
        <pc:spChg chg="mod">
          <ac:chgData name="Priyal Rawat" userId="3a53b7a0f4dfea17" providerId="LiveId" clId="{6F1CFB54-186E-4683-8BCA-141AA785E696}" dt="2025-05-07T18:25:09.930" v="768" actId="2711"/>
          <ac:spMkLst>
            <pc:docMk/>
            <pc:sldMk cId="0" sldId="279"/>
            <ac:spMk id="43" creationId="{00000000-0000-0000-0000-000000000000}"/>
          </ac:spMkLst>
        </pc:spChg>
        <pc:spChg chg="mod">
          <ac:chgData name="Priyal Rawat" userId="3a53b7a0f4dfea17" providerId="LiveId" clId="{6F1CFB54-186E-4683-8BCA-141AA785E696}" dt="2025-05-07T18:25:09.930" v="768" actId="2711"/>
          <ac:spMkLst>
            <pc:docMk/>
            <pc:sldMk cId="0" sldId="279"/>
            <ac:spMk id="44" creationId="{00000000-0000-0000-0000-000000000000}"/>
          </ac:spMkLst>
        </pc:spChg>
        <pc:spChg chg="mod">
          <ac:chgData name="Priyal Rawat" userId="3a53b7a0f4dfea17" providerId="LiveId" clId="{6F1CFB54-186E-4683-8BCA-141AA785E696}" dt="2025-05-07T18:25:09.930" v="768" actId="2711"/>
          <ac:spMkLst>
            <pc:docMk/>
            <pc:sldMk cId="0" sldId="279"/>
            <ac:spMk id="52" creationId="{00000000-0000-0000-0000-000000000000}"/>
          </ac:spMkLst>
        </pc:spChg>
        <pc:spChg chg="mod">
          <ac:chgData name="Priyal Rawat" userId="3a53b7a0f4dfea17" providerId="LiveId" clId="{6F1CFB54-186E-4683-8BCA-141AA785E696}" dt="2025-05-07T18:24:53.404" v="764" actId="14100"/>
          <ac:spMkLst>
            <pc:docMk/>
            <pc:sldMk cId="0" sldId="279"/>
            <ac:spMk id="58" creationId="{00000000-0000-0000-0000-000000000000}"/>
          </ac:spMkLst>
        </pc:spChg>
        <pc:spChg chg="mod">
          <ac:chgData name="Priyal Rawat" userId="3a53b7a0f4dfea17" providerId="LiveId" clId="{6F1CFB54-186E-4683-8BCA-141AA785E696}" dt="2025-05-07T18:25:09.930" v="768" actId="2711"/>
          <ac:spMkLst>
            <pc:docMk/>
            <pc:sldMk cId="0" sldId="279"/>
            <ac:spMk id="60" creationId="{00000000-0000-0000-0000-000000000000}"/>
          </ac:spMkLst>
        </pc:spChg>
        <pc:spChg chg="mod">
          <ac:chgData name="Priyal Rawat" userId="3a53b7a0f4dfea17" providerId="LiveId" clId="{6F1CFB54-186E-4683-8BCA-141AA785E696}" dt="2025-05-07T18:25:04.455" v="767" actId="403"/>
          <ac:spMkLst>
            <pc:docMk/>
            <pc:sldMk cId="0" sldId="279"/>
            <ac:spMk id="69" creationId="{00000000-0000-0000-0000-000000000000}"/>
          </ac:spMkLst>
        </pc:spChg>
        <pc:picChg chg="add mod">
          <ac:chgData name="Priyal Rawat" userId="3a53b7a0f4dfea17" providerId="LiveId" clId="{6F1CFB54-186E-4683-8BCA-141AA785E696}" dt="2025-05-07T18:26:00.036" v="780"/>
          <ac:picMkLst>
            <pc:docMk/>
            <pc:sldMk cId="0" sldId="279"/>
            <ac:picMk id="70" creationId="{93A745D4-4460-2094-52DD-E55D26F6FF9E}"/>
          </ac:picMkLst>
        </pc:picChg>
      </pc:sldChg>
      <pc:sldChg chg="addSp modSp add mod">
        <pc:chgData name="Priyal Rawat" userId="3a53b7a0f4dfea17" providerId="LiveId" clId="{6F1CFB54-186E-4683-8BCA-141AA785E696}" dt="2025-05-08T13:48:27.710" v="1355" actId="14100"/>
        <pc:sldMkLst>
          <pc:docMk/>
          <pc:sldMk cId="0" sldId="280"/>
        </pc:sldMkLst>
        <pc:spChg chg="mod">
          <ac:chgData name="Priyal Rawat" userId="3a53b7a0f4dfea17" providerId="LiveId" clId="{6F1CFB54-186E-4683-8BCA-141AA785E696}" dt="2025-05-08T12:44:46.726" v="1330" actId="1076"/>
          <ac:spMkLst>
            <pc:docMk/>
            <pc:sldMk cId="0" sldId="280"/>
            <ac:spMk id="2" creationId="{00000000-0000-0000-0000-000000000000}"/>
          </ac:spMkLst>
        </pc:spChg>
        <pc:spChg chg="add mod">
          <ac:chgData name="Priyal Rawat" userId="3a53b7a0f4dfea17" providerId="LiveId" clId="{6F1CFB54-186E-4683-8BCA-141AA785E696}" dt="2025-05-08T13:48:27.710" v="1355" actId="14100"/>
          <ac:spMkLst>
            <pc:docMk/>
            <pc:sldMk cId="0" sldId="280"/>
            <ac:spMk id="28" creationId="{274C4B6B-C116-FF4A-1214-1DC841100855}"/>
          </ac:spMkLst>
        </pc:spChg>
        <pc:picChg chg="add mod">
          <ac:chgData name="Priyal Rawat" userId="3a53b7a0f4dfea17" providerId="LiveId" clId="{6F1CFB54-186E-4683-8BCA-141AA785E696}" dt="2025-05-07T18:29:15.999" v="784"/>
          <ac:picMkLst>
            <pc:docMk/>
            <pc:sldMk cId="0" sldId="280"/>
            <ac:picMk id="26" creationId="{E070F340-47E6-3EBB-2F0A-26AB63E1633D}"/>
          </ac:picMkLst>
        </pc:picChg>
      </pc:sldChg>
      <pc:sldChg chg="addSp modSp new mod">
        <pc:chgData name="Priyal Rawat" userId="3a53b7a0f4dfea17" providerId="LiveId" clId="{6F1CFB54-186E-4683-8BCA-141AA785E696}" dt="2025-05-08T18:20:02.653" v="1424" actId="20577"/>
        <pc:sldMkLst>
          <pc:docMk/>
          <pc:sldMk cId="1794232377" sldId="281"/>
        </pc:sldMkLst>
        <pc:spChg chg="add mod">
          <ac:chgData name="Priyal Rawat" userId="3a53b7a0f4dfea17" providerId="LiveId" clId="{6F1CFB54-186E-4683-8BCA-141AA785E696}" dt="2025-05-07T18:32:47.463" v="850" actId="20577"/>
          <ac:spMkLst>
            <pc:docMk/>
            <pc:sldMk cId="1794232377" sldId="281"/>
            <ac:spMk id="2" creationId="{F16964ED-2096-C880-F808-F070F9BBE306}"/>
          </ac:spMkLst>
        </pc:spChg>
        <pc:spChg chg="add mod">
          <ac:chgData name="Priyal Rawat" userId="3a53b7a0f4dfea17" providerId="LiveId" clId="{6F1CFB54-186E-4683-8BCA-141AA785E696}" dt="2025-05-07T18:33:40.573" v="871" actId="1076"/>
          <ac:spMkLst>
            <pc:docMk/>
            <pc:sldMk cId="1794232377" sldId="281"/>
            <ac:spMk id="4" creationId="{5C79F00E-0FB5-E1F8-C199-2706D4111C06}"/>
          </ac:spMkLst>
        </pc:spChg>
        <pc:spChg chg="add mod">
          <ac:chgData name="Priyal Rawat" userId="3a53b7a0f4dfea17" providerId="LiveId" clId="{6F1CFB54-186E-4683-8BCA-141AA785E696}" dt="2025-05-08T18:20:02.653" v="1424" actId="20577"/>
          <ac:spMkLst>
            <pc:docMk/>
            <pc:sldMk cId="1794232377" sldId="281"/>
            <ac:spMk id="5" creationId="{BC4776C9-D568-CA5F-B387-510ABCE3E2F7}"/>
          </ac:spMkLst>
        </pc:spChg>
        <pc:picChg chg="add mod">
          <ac:chgData name="Priyal Rawat" userId="3a53b7a0f4dfea17" providerId="LiveId" clId="{6F1CFB54-186E-4683-8BCA-141AA785E696}" dt="2025-05-07T18:32:19.030" v="841" actId="1076"/>
          <ac:picMkLst>
            <pc:docMk/>
            <pc:sldMk cId="1794232377" sldId="281"/>
            <ac:picMk id="3" creationId="{48B06773-A7A9-4A5F-7693-6D4366091C1A}"/>
          </ac:picMkLst>
        </pc:picChg>
        <pc:picChg chg="add mod">
          <ac:chgData name="Priyal Rawat" userId="3a53b7a0f4dfea17" providerId="LiveId" clId="{6F1CFB54-186E-4683-8BCA-141AA785E696}" dt="2025-05-07T18:32:38.486" v="844"/>
          <ac:picMkLst>
            <pc:docMk/>
            <pc:sldMk cId="1794232377" sldId="281"/>
            <ac:picMk id="6" creationId="{C3183E52-CB45-E631-35A3-C5EB48688E31}"/>
          </ac:picMkLst>
        </pc:picChg>
      </pc:sldChg>
      <pc:sldChg chg="addSp modSp new mod">
        <pc:chgData name="Priyal Rawat" userId="3a53b7a0f4dfea17" providerId="LiveId" clId="{6F1CFB54-186E-4683-8BCA-141AA785E696}" dt="2025-05-07T18:34:58.161" v="889" actId="1076"/>
        <pc:sldMkLst>
          <pc:docMk/>
          <pc:sldMk cId="3451204295" sldId="282"/>
        </pc:sldMkLst>
        <pc:spChg chg="add mod">
          <ac:chgData name="Priyal Rawat" userId="3a53b7a0f4dfea17" providerId="LiveId" clId="{6F1CFB54-186E-4683-8BCA-141AA785E696}" dt="2025-05-07T18:34:40.330" v="887" actId="2711"/>
          <ac:spMkLst>
            <pc:docMk/>
            <pc:sldMk cId="3451204295" sldId="282"/>
            <ac:spMk id="2" creationId="{24E2719C-9C5E-A446-D9E8-B44FE1742416}"/>
          </ac:spMkLst>
        </pc:spChg>
        <pc:spChg chg="add mod">
          <ac:chgData name="Priyal Rawat" userId="3a53b7a0f4dfea17" providerId="LiveId" clId="{6F1CFB54-186E-4683-8BCA-141AA785E696}" dt="2025-05-07T18:34:40.330" v="887" actId="2711"/>
          <ac:spMkLst>
            <pc:docMk/>
            <pc:sldMk cId="3451204295" sldId="282"/>
            <ac:spMk id="5" creationId="{2525E5E3-0113-5C2D-8AC2-8752A3496C49}"/>
          </ac:spMkLst>
        </pc:spChg>
        <pc:spChg chg="add mod">
          <ac:chgData name="Priyal Rawat" userId="3a53b7a0f4dfea17" providerId="LiveId" clId="{6F1CFB54-186E-4683-8BCA-141AA785E696}" dt="2025-05-07T18:34:58.161" v="889" actId="1076"/>
          <ac:spMkLst>
            <pc:docMk/>
            <pc:sldMk cId="3451204295" sldId="282"/>
            <ac:spMk id="6" creationId="{75F18869-5FAB-FDF5-D5B6-6071BEEA6DB7}"/>
          </ac:spMkLst>
        </pc:spChg>
        <pc:picChg chg="add mod">
          <ac:chgData name="Priyal Rawat" userId="3a53b7a0f4dfea17" providerId="LiveId" clId="{6F1CFB54-186E-4683-8BCA-141AA785E696}" dt="2025-05-07T18:34:40.330" v="887" actId="2711"/>
          <ac:picMkLst>
            <pc:docMk/>
            <pc:sldMk cId="3451204295" sldId="282"/>
            <ac:picMk id="3" creationId="{6F7BB0D3-9F63-9F5E-E503-BDA20C30A503}"/>
          </ac:picMkLst>
        </pc:picChg>
        <pc:picChg chg="add mod">
          <ac:chgData name="Priyal Rawat" userId="3a53b7a0f4dfea17" providerId="LiveId" clId="{6F1CFB54-186E-4683-8BCA-141AA785E696}" dt="2025-05-07T18:34:40.330" v="887" actId="2711"/>
          <ac:picMkLst>
            <pc:docMk/>
            <pc:sldMk cId="3451204295" sldId="282"/>
            <ac:picMk id="4" creationId="{5B27D6D7-77CE-F147-09C7-837C983E2E92}"/>
          </ac:picMkLst>
        </pc:picChg>
      </pc:sldChg>
      <pc:sldChg chg="addSp delSp modSp add mod ord">
        <pc:chgData name="Priyal Rawat" userId="3a53b7a0f4dfea17" providerId="LiveId" clId="{6F1CFB54-186E-4683-8BCA-141AA785E696}" dt="2025-05-08T12:15:39.806" v="1195" actId="1036"/>
        <pc:sldMkLst>
          <pc:docMk/>
          <pc:sldMk cId="0" sldId="283"/>
        </pc:sldMkLst>
        <pc:spChg chg="mod">
          <ac:chgData name="Priyal Rawat" userId="3a53b7a0f4dfea17" providerId="LiveId" clId="{6F1CFB54-186E-4683-8BCA-141AA785E696}" dt="2025-05-07T18:39:00.965" v="934" actId="1076"/>
          <ac:spMkLst>
            <pc:docMk/>
            <pc:sldMk cId="0" sldId="283"/>
            <ac:spMk id="2" creationId="{00000000-0000-0000-0000-000000000000}"/>
          </ac:spMkLst>
        </pc:spChg>
        <pc:spChg chg="del mod">
          <ac:chgData name="Priyal Rawat" userId="3a53b7a0f4dfea17" providerId="LiveId" clId="{6F1CFB54-186E-4683-8BCA-141AA785E696}" dt="2025-05-08T11:36:27.529" v="1148" actId="478"/>
          <ac:spMkLst>
            <pc:docMk/>
            <pc:sldMk cId="0" sldId="283"/>
            <ac:spMk id="4" creationId="{00000000-0000-0000-0000-000000000000}"/>
          </ac:spMkLst>
        </pc:spChg>
        <pc:spChg chg="del mod">
          <ac:chgData name="Priyal Rawat" userId="3a53b7a0f4dfea17" providerId="LiveId" clId="{6F1CFB54-186E-4683-8BCA-141AA785E696}" dt="2025-05-08T11:36:32.118" v="1149" actId="478"/>
          <ac:spMkLst>
            <pc:docMk/>
            <pc:sldMk cId="0" sldId="283"/>
            <ac:spMk id="5" creationId="{00000000-0000-0000-0000-000000000000}"/>
          </ac:spMkLst>
        </pc:spChg>
        <pc:spChg chg="del mod">
          <ac:chgData name="Priyal Rawat" userId="3a53b7a0f4dfea17" providerId="LiveId" clId="{6F1CFB54-186E-4683-8BCA-141AA785E696}" dt="2025-05-08T11:36:37.159" v="1150" actId="478"/>
          <ac:spMkLst>
            <pc:docMk/>
            <pc:sldMk cId="0" sldId="283"/>
            <ac:spMk id="6" creationId="{00000000-0000-0000-0000-000000000000}"/>
          </ac:spMkLst>
        </pc:spChg>
        <pc:spChg chg="del mod">
          <ac:chgData name="Priyal Rawat" userId="3a53b7a0f4dfea17" providerId="LiveId" clId="{6F1CFB54-186E-4683-8BCA-141AA785E696}" dt="2025-05-08T11:36:41.287" v="1152" actId="478"/>
          <ac:spMkLst>
            <pc:docMk/>
            <pc:sldMk cId="0" sldId="283"/>
            <ac:spMk id="7" creationId="{00000000-0000-0000-0000-000000000000}"/>
          </ac:spMkLst>
        </pc:spChg>
        <pc:spChg chg="add mod">
          <ac:chgData name="Priyal Rawat" userId="3a53b7a0f4dfea17" providerId="LiveId" clId="{6F1CFB54-186E-4683-8BCA-141AA785E696}" dt="2025-05-08T12:15:39.806" v="1195" actId="1036"/>
          <ac:spMkLst>
            <pc:docMk/>
            <pc:sldMk cId="0" sldId="283"/>
            <ac:spMk id="8" creationId="{7477A134-5D1A-564B-CB90-1F5220F5C1C9}"/>
          </ac:spMkLst>
        </pc:spChg>
        <pc:spChg chg="add mod">
          <ac:chgData name="Priyal Rawat" userId="3a53b7a0f4dfea17" providerId="LiveId" clId="{6F1CFB54-186E-4683-8BCA-141AA785E696}" dt="2025-05-07T18:39:44.302" v="941"/>
          <ac:spMkLst>
            <pc:docMk/>
            <pc:sldMk cId="0" sldId="283"/>
            <ac:spMk id="8" creationId="{FD44F0A1-5121-95F0-DDB8-25F8C86D1BD1}"/>
          </ac:spMkLst>
        </pc:spChg>
        <pc:spChg chg="add mod">
          <ac:chgData name="Priyal Rawat" userId="3a53b7a0f4dfea17" providerId="LiveId" clId="{6F1CFB54-186E-4683-8BCA-141AA785E696}" dt="2025-05-08T12:15:39.806" v="1195" actId="1036"/>
          <ac:spMkLst>
            <pc:docMk/>
            <pc:sldMk cId="0" sldId="283"/>
            <ac:spMk id="10" creationId="{5FF7F2FA-E8F5-7A9B-57E9-547894E46C8A}"/>
          </ac:spMkLst>
        </pc:spChg>
        <pc:picChg chg="mod">
          <ac:chgData name="Priyal Rawat" userId="3a53b7a0f4dfea17" providerId="LiveId" clId="{6F1CFB54-186E-4683-8BCA-141AA785E696}" dt="2025-05-08T11:35:43.767" v="1129" actId="1076"/>
          <ac:picMkLst>
            <pc:docMk/>
            <pc:sldMk cId="0" sldId="283"/>
            <ac:picMk id="3" creationId="{00000000-0000-0000-0000-000000000000}"/>
          </ac:picMkLst>
        </pc:picChg>
        <pc:picChg chg="add mod">
          <ac:chgData name="Priyal Rawat" userId="3a53b7a0f4dfea17" providerId="LiveId" clId="{6F1CFB54-186E-4683-8BCA-141AA785E696}" dt="2025-05-07T18:39:54.868" v="943" actId="1076"/>
          <ac:picMkLst>
            <pc:docMk/>
            <pc:sldMk cId="0" sldId="283"/>
            <ac:picMk id="9" creationId="{1F4726B0-971B-3B60-0485-9C06F3B680DF}"/>
          </ac:picMkLst>
        </pc:picChg>
      </pc:sldChg>
      <pc:sldChg chg="addSp delSp modSp new mod">
        <pc:chgData name="Priyal Rawat" userId="3a53b7a0f4dfea17" providerId="LiveId" clId="{6F1CFB54-186E-4683-8BCA-141AA785E696}" dt="2025-05-08T12:15:29.721" v="1156" actId="21"/>
        <pc:sldMkLst>
          <pc:docMk/>
          <pc:sldMk cId="1512874313" sldId="284"/>
        </pc:sldMkLst>
        <pc:spChg chg="add mod">
          <ac:chgData name="Priyal Rawat" userId="3a53b7a0f4dfea17" providerId="LiveId" clId="{6F1CFB54-186E-4683-8BCA-141AA785E696}" dt="2025-05-08T11:36:09.823" v="1146" actId="1038"/>
          <ac:spMkLst>
            <pc:docMk/>
            <pc:sldMk cId="1512874313" sldId="284"/>
            <ac:spMk id="2" creationId="{A94AB9FE-175A-5594-E6A1-CECAB952B2E4}"/>
          </ac:spMkLst>
        </pc:spChg>
        <pc:spChg chg="add mod">
          <ac:chgData name="Priyal Rawat" userId="3a53b7a0f4dfea17" providerId="LiveId" clId="{6F1CFB54-186E-4683-8BCA-141AA785E696}" dt="2025-05-07T18:40:59.594" v="954" actId="20577"/>
          <ac:spMkLst>
            <pc:docMk/>
            <pc:sldMk cId="1512874313" sldId="284"/>
            <ac:spMk id="3" creationId="{5256B42D-E08C-89F4-2DAF-14B1AB303A32}"/>
          </ac:spMkLst>
        </pc:spChg>
        <pc:spChg chg="add mod">
          <ac:chgData name="Priyal Rawat" userId="3a53b7a0f4dfea17" providerId="LiveId" clId="{6F1CFB54-186E-4683-8BCA-141AA785E696}" dt="2025-05-08T11:36:09.823" v="1146" actId="1038"/>
          <ac:spMkLst>
            <pc:docMk/>
            <pc:sldMk cId="1512874313" sldId="284"/>
            <ac:spMk id="5" creationId="{A9D02AE1-F0A0-6DD6-C4F7-5CDF11D08080}"/>
          </ac:spMkLst>
        </pc:spChg>
        <pc:spChg chg="add del mod">
          <ac:chgData name="Priyal Rawat" userId="3a53b7a0f4dfea17" providerId="LiveId" clId="{6F1CFB54-186E-4683-8BCA-141AA785E696}" dt="2025-05-08T12:15:29.721" v="1156" actId="21"/>
          <ac:spMkLst>
            <pc:docMk/>
            <pc:sldMk cId="1512874313" sldId="284"/>
            <ac:spMk id="6" creationId="{7477A134-5D1A-564B-CB90-1F5220F5C1C9}"/>
          </ac:spMkLst>
        </pc:spChg>
        <pc:spChg chg="add del mod">
          <ac:chgData name="Priyal Rawat" userId="3a53b7a0f4dfea17" providerId="LiveId" clId="{6F1CFB54-186E-4683-8BCA-141AA785E696}" dt="2025-05-08T12:15:29.721" v="1156" actId="21"/>
          <ac:spMkLst>
            <pc:docMk/>
            <pc:sldMk cId="1512874313" sldId="284"/>
            <ac:spMk id="7" creationId="{5FF7F2FA-E8F5-7A9B-57E9-547894E46C8A}"/>
          </ac:spMkLst>
        </pc:spChg>
        <pc:picChg chg="add del mod">
          <ac:chgData name="Priyal Rawat" userId="3a53b7a0f4dfea17" providerId="LiveId" clId="{6F1CFB54-186E-4683-8BCA-141AA785E696}" dt="2025-05-07T18:37:46.211" v="914" actId="478"/>
          <ac:picMkLst>
            <pc:docMk/>
            <pc:sldMk cId="1512874313" sldId="284"/>
            <ac:picMk id="2" creationId="{3B7BF4CB-57B8-D01B-0E4A-E7C7439F19EC}"/>
          </ac:picMkLst>
        </pc:picChg>
        <pc:picChg chg="add mod">
          <ac:chgData name="Priyal Rawat" userId="3a53b7a0f4dfea17" providerId="LiveId" clId="{6F1CFB54-186E-4683-8BCA-141AA785E696}" dt="2025-05-07T18:40:01.057" v="945" actId="1076"/>
          <ac:picMkLst>
            <pc:docMk/>
            <pc:sldMk cId="1512874313" sldId="284"/>
            <ac:picMk id="4" creationId="{8EE34246-37FE-3A33-F9C2-036FC284CEF3}"/>
          </ac:picMkLst>
        </pc:picChg>
        <pc:picChg chg="add del mod">
          <ac:chgData name="Priyal Rawat" userId="3a53b7a0f4dfea17" providerId="LiveId" clId="{6F1CFB54-186E-4683-8BCA-141AA785E696}" dt="2025-05-07T18:37:41.261" v="911" actId="478"/>
          <ac:picMkLst>
            <pc:docMk/>
            <pc:sldMk cId="1512874313" sldId="284"/>
            <ac:picMk id="8194" creationId="{6BD38EDC-72DE-CE7D-08C1-0D890290583F}"/>
          </ac:picMkLst>
        </pc:picChg>
        <pc:picChg chg="add mod">
          <ac:chgData name="Priyal Rawat" userId="3a53b7a0f4dfea17" providerId="LiveId" clId="{6F1CFB54-186E-4683-8BCA-141AA785E696}" dt="2025-05-07T18:40:28.710" v="946" actId="14100"/>
          <ac:picMkLst>
            <pc:docMk/>
            <pc:sldMk cId="1512874313" sldId="284"/>
            <ac:picMk id="8196" creationId="{9F9F208C-0D82-130F-5F58-C104B4DF7D75}"/>
          </ac:picMkLst>
        </pc:picChg>
      </pc:sldChg>
      <pc:sldChg chg="delSp modSp add mod">
        <pc:chgData name="Priyal Rawat" userId="3a53b7a0f4dfea17" providerId="LiveId" clId="{6F1CFB54-186E-4683-8BCA-141AA785E696}" dt="2025-05-08T12:21:46.286" v="1311" actId="20577"/>
        <pc:sldMkLst>
          <pc:docMk/>
          <pc:sldMk cId="0" sldId="285"/>
        </pc:sldMkLst>
        <pc:spChg chg="mod">
          <ac:chgData name="Priyal Rawat" userId="3a53b7a0f4dfea17" providerId="LiveId" clId="{6F1CFB54-186E-4683-8BCA-141AA785E696}" dt="2025-05-08T12:20:50.600" v="1287" actId="20577"/>
          <ac:spMkLst>
            <pc:docMk/>
            <pc:sldMk cId="0" sldId="285"/>
            <ac:spMk id="3" creationId="{00000000-0000-0000-0000-000000000000}"/>
          </ac:spMkLst>
        </pc:spChg>
        <pc:spChg chg="mod">
          <ac:chgData name="Priyal Rawat" userId="3a53b7a0f4dfea17" providerId="LiveId" clId="{6F1CFB54-186E-4683-8BCA-141AA785E696}" dt="2025-05-08T12:19:58.052" v="1269" actId="1076"/>
          <ac:spMkLst>
            <pc:docMk/>
            <pc:sldMk cId="0" sldId="285"/>
            <ac:spMk id="4" creationId="{00000000-0000-0000-0000-000000000000}"/>
          </ac:spMkLst>
        </pc:spChg>
        <pc:spChg chg="mod">
          <ac:chgData name="Priyal Rawat" userId="3a53b7a0f4dfea17" providerId="LiveId" clId="{6F1CFB54-186E-4683-8BCA-141AA785E696}" dt="2025-05-08T12:20:07.418" v="1271" actId="1076"/>
          <ac:spMkLst>
            <pc:docMk/>
            <pc:sldMk cId="0" sldId="285"/>
            <ac:spMk id="5" creationId="{00000000-0000-0000-0000-000000000000}"/>
          </ac:spMkLst>
        </pc:spChg>
        <pc:spChg chg="mod">
          <ac:chgData name="Priyal Rawat" userId="3a53b7a0f4dfea17" providerId="LiveId" clId="{6F1CFB54-186E-4683-8BCA-141AA785E696}" dt="2025-05-08T12:20:02.866" v="1270" actId="1076"/>
          <ac:spMkLst>
            <pc:docMk/>
            <pc:sldMk cId="0" sldId="285"/>
            <ac:spMk id="6" creationId="{00000000-0000-0000-0000-000000000000}"/>
          </ac:spMkLst>
        </pc:spChg>
        <pc:spChg chg="mod">
          <ac:chgData name="Priyal Rawat" userId="3a53b7a0f4dfea17" providerId="LiveId" clId="{6F1CFB54-186E-4683-8BCA-141AA785E696}" dt="2025-05-08T12:19:39.767" v="1265" actId="1076"/>
          <ac:spMkLst>
            <pc:docMk/>
            <pc:sldMk cId="0" sldId="285"/>
            <ac:spMk id="7" creationId="{00000000-0000-0000-0000-000000000000}"/>
          </ac:spMkLst>
        </pc:spChg>
        <pc:spChg chg="mod">
          <ac:chgData name="Priyal Rawat" userId="3a53b7a0f4dfea17" providerId="LiveId" clId="{6F1CFB54-186E-4683-8BCA-141AA785E696}" dt="2025-05-08T12:19:49.578" v="1267" actId="1076"/>
          <ac:spMkLst>
            <pc:docMk/>
            <pc:sldMk cId="0" sldId="285"/>
            <ac:spMk id="8" creationId="{00000000-0000-0000-0000-000000000000}"/>
          </ac:spMkLst>
        </pc:spChg>
        <pc:spChg chg="mod">
          <ac:chgData name="Priyal Rawat" userId="3a53b7a0f4dfea17" providerId="LiveId" clId="{6F1CFB54-186E-4683-8BCA-141AA785E696}" dt="2025-05-08T12:21:46.286" v="1311" actId="20577"/>
          <ac:spMkLst>
            <pc:docMk/>
            <pc:sldMk cId="0" sldId="285"/>
            <ac:spMk id="9" creationId="{00000000-0000-0000-0000-000000000000}"/>
          </ac:spMkLst>
        </pc:spChg>
        <pc:spChg chg="del mod">
          <ac:chgData name="Priyal Rawat" userId="3a53b7a0f4dfea17" providerId="LiveId" clId="{6F1CFB54-186E-4683-8BCA-141AA785E696}" dt="2025-05-08T12:19:28.753" v="1262" actId="478"/>
          <ac:spMkLst>
            <pc:docMk/>
            <pc:sldMk cId="0" sldId="285"/>
            <ac:spMk id="10" creationId="{00000000-0000-0000-0000-000000000000}"/>
          </ac:spMkLst>
        </pc:spChg>
        <pc:spChg chg="del mod">
          <ac:chgData name="Priyal Rawat" userId="3a53b7a0f4dfea17" providerId="LiveId" clId="{6F1CFB54-186E-4683-8BCA-141AA785E696}" dt="2025-05-08T12:19:33.183" v="1263" actId="478"/>
          <ac:spMkLst>
            <pc:docMk/>
            <pc:sldMk cId="0" sldId="285"/>
            <ac:spMk id="11" creationId="{00000000-0000-0000-0000-000000000000}"/>
          </ac:spMkLst>
        </pc:spChg>
        <pc:spChg chg="del mod">
          <ac:chgData name="Priyal Rawat" userId="3a53b7a0f4dfea17" providerId="LiveId" clId="{6F1CFB54-186E-4683-8BCA-141AA785E696}" dt="2025-05-08T12:19:36.075" v="1264" actId="478"/>
          <ac:spMkLst>
            <pc:docMk/>
            <pc:sldMk cId="0" sldId="285"/>
            <ac:spMk id="12" creationId="{00000000-0000-0000-0000-000000000000}"/>
          </ac:spMkLst>
        </pc:spChg>
        <pc:spChg chg="mod">
          <ac:chgData name="Priyal Rawat" userId="3a53b7a0f4dfea17" providerId="LiveId" clId="{6F1CFB54-186E-4683-8BCA-141AA785E696}" dt="2025-05-07T18:42:15.510" v="968" actId="1076"/>
          <ac:spMkLst>
            <pc:docMk/>
            <pc:sldMk cId="0" sldId="285"/>
            <ac:spMk id="13" creationId="{00000000-0000-0000-0000-000000000000}"/>
          </ac:spMkLst>
        </pc:spChg>
        <pc:spChg chg="mod">
          <ac:chgData name="Priyal Rawat" userId="3a53b7a0f4dfea17" providerId="LiveId" clId="{6F1CFB54-186E-4683-8BCA-141AA785E696}" dt="2025-05-07T18:42:18.217" v="969" actId="1076"/>
          <ac:spMkLst>
            <pc:docMk/>
            <pc:sldMk cId="0" sldId="285"/>
            <ac:spMk id="14" creationId="{00000000-0000-0000-0000-000000000000}"/>
          </ac:spMkLst>
        </pc:spChg>
        <pc:spChg chg="mod">
          <ac:chgData name="Priyal Rawat" userId="3a53b7a0f4dfea17" providerId="LiveId" clId="{6F1CFB54-186E-4683-8BCA-141AA785E696}" dt="2025-05-07T18:42:21.091" v="970" actId="1076"/>
          <ac:spMkLst>
            <pc:docMk/>
            <pc:sldMk cId="0" sldId="285"/>
            <ac:spMk id="15" creationId="{00000000-0000-0000-0000-000000000000}"/>
          </ac:spMkLst>
        </pc:spChg>
      </pc:sldChg>
      <pc:sldChg chg="delSp modSp add mod modNotesTx">
        <pc:chgData name="Priyal Rawat" userId="3a53b7a0f4dfea17" providerId="LiveId" clId="{6F1CFB54-186E-4683-8BCA-141AA785E696}" dt="2025-05-08T19:16:49.740" v="1442"/>
        <pc:sldMkLst>
          <pc:docMk/>
          <pc:sldMk cId="0" sldId="286"/>
        </pc:sldMkLst>
        <pc:spChg chg="mod">
          <ac:chgData name="Priyal Rawat" userId="3a53b7a0f4dfea17" providerId="LiveId" clId="{6F1CFB54-186E-4683-8BCA-141AA785E696}" dt="2025-05-08T12:41:00.387" v="1322" actId="20577"/>
          <ac:spMkLst>
            <pc:docMk/>
            <pc:sldMk cId="0" sldId="286"/>
            <ac:spMk id="5" creationId="{00000000-0000-0000-0000-000000000000}"/>
          </ac:spMkLst>
        </pc:spChg>
        <pc:spChg chg="mod">
          <ac:chgData name="Priyal Rawat" userId="3a53b7a0f4dfea17" providerId="LiveId" clId="{6F1CFB54-186E-4683-8BCA-141AA785E696}" dt="2025-05-08T12:41:06.174" v="1323" actId="1076"/>
          <ac:spMkLst>
            <pc:docMk/>
            <pc:sldMk cId="0" sldId="286"/>
            <ac:spMk id="6" creationId="{00000000-0000-0000-0000-000000000000}"/>
          </ac:spMkLst>
        </pc:spChg>
        <pc:spChg chg="mod">
          <ac:chgData name="Priyal Rawat" userId="3a53b7a0f4dfea17" providerId="LiveId" clId="{6F1CFB54-186E-4683-8BCA-141AA785E696}" dt="2025-05-08T12:41:08.734" v="1324" actId="1076"/>
          <ac:spMkLst>
            <pc:docMk/>
            <pc:sldMk cId="0" sldId="286"/>
            <ac:spMk id="7" creationId="{00000000-0000-0000-0000-000000000000}"/>
          </ac:spMkLst>
        </pc:spChg>
        <pc:spChg chg="mod">
          <ac:chgData name="Priyal Rawat" userId="3a53b7a0f4dfea17" providerId="LiveId" clId="{6F1CFB54-186E-4683-8BCA-141AA785E696}" dt="2025-05-08T18:25:08.473" v="1438" actId="20577"/>
          <ac:spMkLst>
            <pc:docMk/>
            <pc:sldMk cId="0" sldId="286"/>
            <ac:spMk id="8" creationId="{00000000-0000-0000-0000-000000000000}"/>
          </ac:spMkLst>
        </pc:spChg>
        <pc:spChg chg="mod">
          <ac:chgData name="Priyal Rawat" userId="3a53b7a0f4dfea17" providerId="LiveId" clId="{6F1CFB54-186E-4683-8BCA-141AA785E696}" dt="2025-05-08T18:25:01.819" v="1429" actId="20577"/>
          <ac:spMkLst>
            <pc:docMk/>
            <pc:sldMk cId="0" sldId="286"/>
            <ac:spMk id="9" creationId="{00000000-0000-0000-0000-000000000000}"/>
          </ac:spMkLst>
        </pc:spChg>
        <pc:spChg chg="del">
          <ac:chgData name="Priyal Rawat" userId="3a53b7a0f4dfea17" providerId="LiveId" clId="{6F1CFB54-186E-4683-8BCA-141AA785E696}" dt="2025-05-08T12:40:22.369" v="1313" actId="478"/>
          <ac:spMkLst>
            <pc:docMk/>
            <pc:sldMk cId="0" sldId="286"/>
            <ac:spMk id="10" creationId="{00000000-0000-0000-0000-000000000000}"/>
          </ac:spMkLst>
        </pc:spChg>
        <pc:spChg chg="del">
          <ac:chgData name="Priyal Rawat" userId="3a53b7a0f4dfea17" providerId="LiveId" clId="{6F1CFB54-186E-4683-8BCA-141AA785E696}" dt="2025-05-08T12:40:25.592" v="1314" actId="478"/>
          <ac:spMkLst>
            <pc:docMk/>
            <pc:sldMk cId="0" sldId="286"/>
            <ac:spMk id="11" creationId="{00000000-0000-0000-0000-000000000000}"/>
          </ac:spMkLst>
        </pc:spChg>
        <pc:spChg chg="del">
          <ac:chgData name="Priyal Rawat" userId="3a53b7a0f4dfea17" providerId="LiveId" clId="{6F1CFB54-186E-4683-8BCA-141AA785E696}" dt="2025-05-08T12:40:20.096" v="1312" actId="478"/>
          <ac:spMkLst>
            <pc:docMk/>
            <pc:sldMk cId="0" sldId="286"/>
            <ac:spMk id="12" creationId="{00000000-0000-0000-0000-000000000000}"/>
          </ac:spMkLst>
        </pc:spChg>
      </pc:sldChg>
      <pc:sldChg chg="addSp delSp modSp add del mod setBg">
        <pc:chgData name="Priyal Rawat" userId="3a53b7a0f4dfea17" providerId="LiveId" clId="{6F1CFB54-186E-4683-8BCA-141AA785E696}" dt="2025-05-07T19:06:28.868" v="1096" actId="47"/>
        <pc:sldMkLst>
          <pc:docMk/>
          <pc:sldMk cId="1194412325" sldId="286"/>
        </pc:sldMkLst>
        <pc:spChg chg="mod">
          <ac:chgData name="Priyal Rawat" userId="3a53b7a0f4dfea17" providerId="LiveId" clId="{6F1CFB54-186E-4683-8BCA-141AA785E696}" dt="2025-05-07T19:06:06.462" v="1094" actId="20577"/>
          <ac:spMkLst>
            <pc:docMk/>
            <pc:sldMk cId="1194412325" sldId="286"/>
            <ac:spMk id="3" creationId="{4A8C5F78-EEA3-BFE4-A1FD-6BF3EF13DF04}"/>
          </ac:spMkLst>
        </pc:spChg>
        <pc:picChg chg="del">
          <ac:chgData name="Priyal Rawat" userId="3a53b7a0f4dfea17" providerId="LiveId" clId="{6F1CFB54-186E-4683-8BCA-141AA785E696}" dt="2025-05-07T19:05:37.052" v="1080" actId="478"/>
          <ac:picMkLst>
            <pc:docMk/>
            <pc:sldMk cId="1194412325" sldId="286"/>
            <ac:picMk id="2" creationId="{3D1CEAAE-4607-7ECB-A1FD-1A1867AABD31}"/>
          </ac:picMkLst>
        </pc:picChg>
        <pc:picChg chg="add mod">
          <ac:chgData name="Priyal Rawat" userId="3a53b7a0f4dfea17" providerId="LiveId" clId="{6F1CFB54-186E-4683-8BCA-141AA785E696}" dt="2025-05-07T19:05:40.712" v="1081" actId="1076"/>
          <ac:picMkLst>
            <pc:docMk/>
            <pc:sldMk cId="1194412325" sldId="286"/>
            <ac:picMk id="8" creationId="{7C53CEA1-DF9E-F70D-2C93-FB39CD85C199}"/>
          </ac:picMkLst>
        </pc:picChg>
      </pc:sldChg>
      <pc:sldChg chg="new del">
        <pc:chgData name="Priyal Rawat" userId="3a53b7a0f4dfea17" providerId="LiveId" clId="{6F1CFB54-186E-4683-8BCA-141AA785E696}" dt="2025-05-08T18:05:39.022" v="1357" actId="680"/>
        <pc:sldMkLst>
          <pc:docMk/>
          <pc:sldMk cId="2321204902" sldId="287"/>
        </pc:sldMkLst>
      </pc:sldChg>
      <pc:sldMasterChg chg="setBg modSldLayout">
        <pc:chgData name="Priyal Rawat" userId="3a53b7a0f4dfea17" providerId="LiveId" clId="{6F1CFB54-186E-4683-8BCA-141AA785E696}" dt="2025-05-07T17:22:11.225" v="203"/>
        <pc:sldMasterMkLst>
          <pc:docMk/>
          <pc:sldMasterMk cId="0" sldId="2147483648"/>
        </pc:sldMasterMkLst>
        <pc:sldLayoutChg chg="setBg">
          <pc:chgData name="Priyal Rawat" userId="3a53b7a0f4dfea17" providerId="LiveId" clId="{6F1CFB54-186E-4683-8BCA-141AA785E696}" dt="2025-05-07T17:22:11.225" v="203"/>
          <pc:sldLayoutMkLst>
            <pc:docMk/>
            <pc:sldMasterMk cId="0" sldId="2147483648"/>
            <pc:sldLayoutMk cId="0" sldId="2147483649"/>
          </pc:sldLayoutMkLst>
        </pc:sldLayoutChg>
        <pc:sldLayoutChg chg="setBg">
          <pc:chgData name="Priyal Rawat" userId="3a53b7a0f4dfea17" providerId="LiveId" clId="{6F1CFB54-186E-4683-8BCA-141AA785E696}" dt="2025-05-07T17:22:11.225" v="203"/>
          <pc:sldLayoutMkLst>
            <pc:docMk/>
            <pc:sldMasterMk cId="0" sldId="2147483648"/>
            <pc:sldLayoutMk cId="0" sldId="2147483650"/>
          </pc:sldLayoutMkLst>
        </pc:sldLayoutChg>
        <pc:sldLayoutChg chg="setBg">
          <pc:chgData name="Priyal Rawat" userId="3a53b7a0f4dfea17" providerId="LiveId" clId="{6F1CFB54-186E-4683-8BCA-141AA785E696}" dt="2025-05-07T17:22:11.225" v="203"/>
          <pc:sldLayoutMkLst>
            <pc:docMk/>
            <pc:sldMasterMk cId="0" sldId="2147483648"/>
            <pc:sldLayoutMk cId="0" sldId="2147483651"/>
          </pc:sldLayoutMkLst>
        </pc:sldLayoutChg>
        <pc:sldLayoutChg chg="setBg">
          <pc:chgData name="Priyal Rawat" userId="3a53b7a0f4dfea17" providerId="LiveId" clId="{6F1CFB54-186E-4683-8BCA-141AA785E696}" dt="2025-05-07T17:22:11.225" v="203"/>
          <pc:sldLayoutMkLst>
            <pc:docMk/>
            <pc:sldMasterMk cId="0" sldId="2147483648"/>
            <pc:sldLayoutMk cId="0" sldId="2147483652"/>
          </pc:sldLayoutMkLst>
        </pc:sldLayoutChg>
        <pc:sldLayoutChg chg="setBg">
          <pc:chgData name="Priyal Rawat" userId="3a53b7a0f4dfea17" providerId="LiveId" clId="{6F1CFB54-186E-4683-8BCA-141AA785E696}" dt="2025-05-07T17:22:11.225" v="203"/>
          <pc:sldLayoutMkLst>
            <pc:docMk/>
            <pc:sldMasterMk cId="0" sldId="2147483648"/>
            <pc:sldLayoutMk cId="0" sldId="2147483653"/>
          </pc:sldLayoutMkLst>
        </pc:sldLayoutChg>
        <pc:sldLayoutChg chg="setBg">
          <pc:chgData name="Priyal Rawat" userId="3a53b7a0f4dfea17" providerId="LiveId" clId="{6F1CFB54-186E-4683-8BCA-141AA785E696}" dt="2025-05-07T17:22:11.225" v="203"/>
          <pc:sldLayoutMkLst>
            <pc:docMk/>
            <pc:sldMasterMk cId="0" sldId="2147483648"/>
            <pc:sldLayoutMk cId="0" sldId="2147483654"/>
          </pc:sldLayoutMkLst>
        </pc:sldLayoutChg>
        <pc:sldLayoutChg chg="setBg">
          <pc:chgData name="Priyal Rawat" userId="3a53b7a0f4dfea17" providerId="LiveId" clId="{6F1CFB54-186E-4683-8BCA-141AA785E696}" dt="2025-05-07T17:22:11.225" v="203"/>
          <pc:sldLayoutMkLst>
            <pc:docMk/>
            <pc:sldMasterMk cId="0" sldId="2147483648"/>
            <pc:sldLayoutMk cId="0" sldId="2147483655"/>
          </pc:sldLayoutMkLst>
        </pc:sldLayoutChg>
        <pc:sldLayoutChg chg="setBg">
          <pc:chgData name="Priyal Rawat" userId="3a53b7a0f4dfea17" providerId="LiveId" clId="{6F1CFB54-186E-4683-8BCA-141AA785E696}" dt="2025-05-07T17:22:11.225" v="203"/>
          <pc:sldLayoutMkLst>
            <pc:docMk/>
            <pc:sldMasterMk cId="0" sldId="2147483648"/>
            <pc:sldLayoutMk cId="0" sldId="2147483656"/>
          </pc:sldLayoutMkLst>
        </pc:sldLayoutChg>
        <pc:sldLayoutChg chg="setBg">
          <pc:chgData name="Priyal Rawat" userId="3a53b7a0f4dfea17" providerId="LiveId" clId="{6F1CFB54-186E-4683-8BCA-141AA785E696}" dt="2025-05-07T17:22:11.225" v="203"/>
          <pc:sldLayoutMkLst>
            <pc:docMk/>
            <pc:sldMasterMk cId="0" sldId="2147483648"/>
            <pc:sldLayoutMk cId="0" sldId="2147483657"/>
          </pc:sldLayoutMkLst>
        </pc:sldLayoutChg>
        <pc:sldLayoutChg chg="setBg">
          <pc:chgData name="Priyal Rawat" userId="3a53b7a0f4dfea17" providerId="LiveId" clId="{6F1CFB54-186E-4683-8BCA-141AA785E696}" dt="2025-05-07T17:22:11.225" v="203"/>
          <pc:sldLayoutMkLst>
            <pc:docMk/>
            <pc:sldMasterMk cId="0" sldId="2147483648"/>
            <pc:sldLayoutMk cId="0" sldId="2147483658"/>
          </pc:sldLayoutMkLst>
        </pc:sldLayoutChg>
        <pc:sldLayoutChg chg="setBg">
          <pc:chgData name="Priyal Rawat" userId="3a53b7a0f4dfea17" providerId="LiveId" clId="{6F1CFB54-186E-4683-8BCA-141AA785E696}" dt="2025-05-07T17:22:11.225" v="203"/>
          <pc:sldLayoutMkLst>
            <pc:docMk/>
            <pc:sldMasterMk cId="0" sldId="2147483648"/>
            <pc:sldLayoutMk cId="0" sldId="2147483659"/>
          </pc:sldLayoutMkLst>
        </pc:sldLayoutChg>
        <pc:sldLayoutChg chg="setBg">
          <pc:chgData name="Priyal Rawat" userId="3a53b7a0f4dfea17" providerId="LiveId" clId="{6F1CFB54-186E-4683-8BCA-141AA785E696}" dt="2025-05-07T17:22:11.225" v="203"/>
          <pc:sldLayoutMkLst>
            <pc:docMk/>
            <pc:sldMasterMk cId="0" sldId="2147483648"/>
            <pc:sldLayoutMk cId="0" sldId="2147483660"/>
          </pc:sldLayoutMkLst>
        </pc:sldLayoutChg>
        <pc:sldLayoutChg chg="setBg">
          <pc:chgData name="Priyal Rawat" userId="3a53b7a0f4dfea17" providerId="LiveId" clId="{6F1CFB54-186E-4683-8BCA-141AA785E696}" dt="2025-05-07T17:22:11.225" v="203"/>
          <pc:sldLayoutMkLst>
            <pc:docMk/>
            <pc:sldMasterMk cId="0" sldId="2147483648"/>
            <pc:sldLayoutMk cId="0" sldId="2147483661"/>
          </pc:sldLayoutMkLst>
        </pc:sldLayoutChg>
        <pc:sldLayoutChg chg="setBg">
          <pc:chgData name="Priyal Rawat" userId="3a53b7a0f4dfea17" providerId="LiveId" clId="{6F1CFB54-186E-4683-8BCA-141AA785E696}" dt="2025-05-07T17:22:11.225" v="203"/>
          <pc:sldLayoutMkLst>
            <pc:docMk/>
            <pc:sldMasterMk cId="0" sldId="2147483648"/>
            <pc:sldLayoutMk cId="0" sldId="2147483662"/>
          </pc:sldLayoutMkLst>
        </pc:sldLayoutChg>
        <pc:sldLayoutChg chg="setBg">
          <pc:chgData name="Priyal Rawat" userId="3a53b7a0f4dfea17" providerId="LiveId" clId="{6F1CFB54-186E-4683-8BCA-141AA785E696}" dt="2025-05-07T17:22:11.225" v="203"/>
          <pc:sldLayoutMkLst>
            <pc:docMk/>
            <pc:sldMasterMk cId="0" sldId="2147483648"/>
            <pc:sldLayoutMk cId="0" sldId="2147483663"/>
          </pc:sldLayoutMkLst>
        </pc:sldLayoutChg>
        <pc:sldLayoutChg chg="setBg">
          <pc:chgData name="Priyal Rawat" userId="3a53b7a0f4dfea17" providerId="LiveId" clId="{6F1CFB54-186E-4683-8BCA-141AA785E696}" dt="2025-05-07T17:22:11.225" v="203"/>
          <pc:sldLayoutMkLst>
            <pc:docMk/>
            <pc:sldMasterMk cId="0" sldId="2147483648"/>
            <pc:sldLayoutMk cId="0" sldId="2147483664"/>
          </pc:sldLayoutMkLst>
        </pc:sldLayoutChg>
        <pc:sldLayoutChg chg="setBg">
          <pc:chgData name="Priyal Rawat" userId="3a53b7a0f4dfea17" providerId="LiveId" clId="{6F1CFB54-186E-4683-8BCA-141AA785E696}" dt="2025-05-07T17:22:11.225" v="203"/>
          <pc:sldLayoutMkLst>
            <pc:docMk/>
            <pc:sldMasterMk cId="0" sldId="2147483648"/>
            <pc:sldLayoutMk cId="0" sldId="2147483665"/>
          </pc:sldLayoutMkLst>
        </pc:sldLayoutChg>
        <pc:sldLayoutChg chg="setBg">
          <pc:chgData name="Priyal Rawat" userId="3a53b7a0f4dfea17" providerId="LiveId" clId="{6F1CFB54-186E-4683-8BCA-141AA785E696}" dt="2025-05-07T17:22:11.225" v="203"/>
          <pc:sldLayoutMkLst>
            <pc:docMk/>
            <pc:sldMasterMk cId="0" sldId="2147483648"/>
            <pc:sldLayoutMk cId="0" sldId="2147483666"/>
          </pc:sldLayoutMkLst>
        </pc:sldLayoutChg>
        <pc:sldLayoutChg chg="setBg">
          <pc:chgData name="Priyal Rawat" userId="3a53b7a0f4dfea17" providerId="LiveId" clId="{6F1CFB54-186E-4683-8BCA-141AA785E696}" dt="2025-05-07T17:22:11.225" v="203"/>
          <pc:sldLayoutMkLst>
            <pc:docMk/>
            <pc:sldMasterMk cId="0" sldId="2147483648"/>
            <pc:sldLayoutMk cId="0" sldId="2147483667"/>
          </pc:sldLayoutMkLst>
        </pc:sldLayoutChg>
        <pc:sldLayoutChg chg="setBg">
          <pc:chgData name="Priyal Rawat" userId="3a53b7a0f4dfea17" providerId="LiveId" clId="{6F1CFB54-186E-4683-8BCA-141AA785E696}" dt="2025-05-07T17:22:11.225" v="203"/>
          <pc:sldLayoutMkLst>
            <pc:docMk/>
            <pc:sldMasterMk cId="0" sldId="2147483648"/>
            <pc:sldLayoutMk cId="0" sldId="2147483668"/>
          </pc:sldLayoutMkLst>
        </pc:sldLayoutChg>
        <pc:sldLayoutChg chg="setBg">
          <pc:chgData name="Priyal Rawat" userId="3a53b7a0f4dfea17" providerId="LiveId" clId="{6F1CFB54-186E-4683-8BCA-141AA785E696}" dt="2025-05-07T17:22:11.225" v="203"/>
          <pc:sldLayoutMkLst>
            <pc:docMk/>
            <pc:sldMasterMk cId="0" sldId="2147483648"/>
            <pc:sldLayoutMk cId="0" sldId="214748366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45357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“Looking ahead, we plan three key enhancements. One, integrate real-time behavioral data—such as mobile app logins and transaction frequency—to detect churn signals even earlier. Two, develop uplift models that predict which specific retention offers will actually influence customer behavior, moving from association to causal intervention. </a:t>
            </a:r>
            <a:r>
              <a:rPr lang="en-US" sz="1800">
                <a:effectLst/>
                <a:latin typeface="Aptos" panose="020B0004020202020204" pitchFamily="34" charset="0"/>
                <a:ea typeface="Aptos" panose="020B0004020202020204" pitchFamily="34" charset="0"/>
                <a:cs typeface="Times New Roman" panose="02020603050405020304" pitchFamily="18" charset="0"/>
              </a:rPr>
              <a:t>And three, implement automated threshold optimization—using rolling performance windows to dynamically adjust risk-tier cutoffs, ensuring our scoring system remains calibrated as customer patterns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To summarize, we have looked at developing a practical end to end segment based model to predict customer churn. By combining our models, cost sensitive learning and interpretable feature insights, we deliver a risk scoring system ready for operational integration. This approach can be a game changer for relationship manager managing a particular client and for the bank as well, as they can proactively provide resolution to the clients who are about to churn. If implemented correctly, it can provide personalized solution, better service to the client which would never make them to leave the bank.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Slide 2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9.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9.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8" Type="http://schemas.openxmlformats.org/officeDocument/2006/relationships/hyperlink" Target="https://medium.com/@dpapcodes/investigating-why-customers-leave-a-bank-47b41278e36c" TargetMode="External"/><Relationship Id="rId13" Type="http://schemas.openxmlformats.org/officeDocument/2006/relationships/image" Target="../media/image3.png"/><Relationship Id="rId3" Type="http://schemas.openxmlformats.org/officeDocument/2006/relationships/hyperlink" Target="https://doi.org/10.1186/s40854-023-00558-3" TargetMode="External"/><Relationship Id="rId7" Type="http://schemas.openxmlformats.org/officeDocument/2006/relationships/hyperlink" Target="https://www.analyticsvidhya.com/blog/2022/09/bank-customer-churn-prediction-using-machine-learning/" TargetMode="External"/><Relationship Id="rId12" Type="http://schemas.openxmlformats.org/officeDocument/2006/relationships/hyperlink" Target="https://www.informingscience.org/Publications/5086" TargetMode="External"/><Relationship Id="rId2" Type="http://schemas.openxmlformats.org/officeDocument/2006/relationships/notesSlide" Target="../notesSlides/notesSlide13.xml"/><Relationship Id="rId1" Type="http://schemas.openxmlformats.org/officeDocument/2006/relationships/slideLayout" Target="../slideLayouts/slideLayout20.xml"/><Relationship Id="rId6" Type="http://schemas.openxmlformats.org/officeDocument/2006/relationships/hyperlink" Target="https://www.kaggle.com/code/kmalit/bank-customer-churn-prediction" TargetMode="External"/><Relationship Id="rId11" Type="http://schemas.openxmlformats.org/officeDocument/2006/relationships/hyperlink" Target="https://www.sciencedirect.com/science/article/pii/S2666764923000401" TargetMode="External"/><Relationship Id="rId5" Type="http://schemas.openxmlformats.org/officeDocument/2006/relationships/hyperlink" Target="https://doi.org/10.1007/s00521-022-07067-x" TargetMode="External"/><Relationship Id="rId10" Type="http://schemas.openxmlformats.org/officeDocument/2006/relationships/hyperlink" Target="https://help.salesforce.com/s/articleView?id=ind.fsc_use_churn_prediction_retail_banking_dashboard.htm&amp;type=5" TargetMode="External"/><Relationship Id="rId4" Type="http://schemas.openxmlformats.org/officeDocument/2006/relationships/hyperlink" Target="https://www.datrics.ai/articles/bank-churn-prediction-using-ml-to-retain-customers" TargetMode="External"/><Relationship Id="rId9" Type="http://schemas.openxmlformats.org/officeDocument/2006/relationships/hyperlink" Target="https://doi.org/10.1371/journal.pone.0289724"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1.xml"/><Relationship Id="rId6" Type="http://schemas.openxmlformats.org/officeDocument/2006/relationships/image" Target="../media/image3.png"/><Relationship Id="rId5" Type="http://schemas.openxmlformats.org/officeDocument/2006/relationships/image" Target="../media/image25.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showMasterSp="0">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88927" y="1089065"/>
            <a:ext cx="7556421" cy="2338864"/>
          </a:xfrm>
          <a:prstGeom prst="rect">
            <a:avLst/>
          </a:prstGeom>
          <a:noFill/>
          <a:ln/>
        </p:spPr>
        <p:txBody>
          <a:bodyPr wrap="square" lIns="0" tIns="0" rIns="0" bIns="0" rtlCol="0" anchor="t"/>
          <a:lstStyle/>
          <a:p>
            <a:pPr marL="0" indent="0" algn="l">
              <a:lnSpc>
                <a:spcPts val="6100"/>
              </a:lnSpc>
              <a:buNone/>
            </a:pPr>
            <a:r>
              <a:rPr lang="en-US" sz="4900" b="1" dirty="0">
                <a:solidFill>
                  <a:srgbClr val="F95F88"/>
                </a:solidFill>
                <a:latin typeface="Arial Nova Cond" panose="020B0506020202020204" pitchFamily="34" charset="0"/>
                <a:ea typeface="Petrona Bold" pitchFamily="34" charset="-122"/>
                <a:cs typeface="Petrona Bold" pitchFamily="34" charset="-120"/>
              </a:rPr>
              <a:t>Retaining Value: Segment-Based Predictive Models for Customer Churn in Banking</a:t>
            </a:r>
            <a:endParaRPr lang="en-US" sz="4900" dirty="0">
              <a:latin typeface="Arial Nova Cond" panose="020B0506020202020204" pitchFamily="34" charset="0"/>
            </a:endParaRPr>
          </a:p>
        </p:txBody>
      </p:sp>
      <p:sp>
        <p:nvSpPr>
          <p:cNvPr id="4" name="Text 1"/>
          <p:cNvSpPr/>
          <p:nvPr/>
        </p:nvSpPr>
        <p:spPr>
          <a:xfrm>
            <a:off x="6280189" y="3666054"/>
            <a:ext cx="7556421" cy="362903"/>
          </a:xfrm>
          <a:prstGeom prst="rect">
            <a:avLst/>
          </a:prstGeom>
          <a:noFill/>
          <a:ln/>
        </p:spPr>
        <p:txBody>
          <a:bodyPr wrap="none" lIns="0" tIns="0" rIns="0" bIns="0" rtlCol="0" anchor="t"/>
          <a:lstStyle/>
          <a:p>
            <a:pPr marL="0" indent="0">
              <a:lnSpc>
                <a:spcPts val="2850"/>
              </a:lnSpc>
              <a:buNone/>
            </a:pPr>
            <a:r>
              <a:rPr lang="en-US" sz="2400" b="1" kern="0" spc="-36" dirty="0">
                <a:solidFill>
                  <a:srgbClr val="272525"/>
                </a:solidFill>
                <a:latin typeface="Arial Nova Cond" panose="020B0506020202020204" pitchFamily="34" charset="0"/>
                <a:ea typeface="Inter" pitchFamily="34" charset="-122"/>
                <a:cs typeface="Inter" pitchFamily="34" charset="-120"/>
              </a:rPr>
              <a:t>Leveraging Microsoft Azure ML for Customer Retention</a:t>
            </a:r>
            <a:endParaRPr lang="en-US" sz="2400" dirty="0">
              <a:latin typeface="Arial Nova Cond" panose="020B0506020202020204" pitchFamily="34" charset="0"/>
            </a:endParaRPr>
          </a:p>
        </p:txBody>
      </p:sp>
      <p:sp>
        <p:nvSpPr>
          <p:cNvPr id="5" name="Text 2"/>
          <p:cNvSpPr/>
          <p:nvPr/>
        </p:nvSpPr>
        <p:spPr>
          <a:xfrm>
            <a:off x="6280190" y="5255895"/>
            <a:ext cx="7556421" cy="362903"/>
          </a:xfrm>
          <a:prstGeom prst="rect">
            <a:avLst/>
          </a:prstGeom>
          <a:noFill/>
          <a:ln/>
        </p:spPr>
        <p:txBody>
          <a:bodyPr wrap="none" lIns="0" tIns="0" rIns="0" bIns="0" rtlCol="0" anchor="t"/>
          <a:lstStyle/>
          <a:p>
            <a:pPr marL="0" indent="0">
              <a:lnSpc>
                <a:spcPts val="2850"/>
              </a:lnSpc>
              <a:buNone/>
            </a:pPr>
            <a:endParaRPr lang="en-US" sz="1750" dirty="0"/>
          </a:p>
        </p:txBody>
      </p:sp>
      <p:sp>
        <p:nvSpPr>
          <p:cNvPr id="6" name="Shape 3"/>
          <p:cNvSpPr/>
          <p:nvPr/>
        </p:nvSpPr>
        <p:spPr>
          <a:xfrm>
            <a:off x="6280190" y="5890855"/>
            <a:ext cx="362903" cy="362903"/>
          </a:xfrm>
          <a:prstGeom prst="roundRect">
            <a:avLst>
              <a:gd name="adj" fmla="val 25194296"/>
            </a:avLst>
          </a:prstGeom>
          <a:noFill/>
          <a:ln w="7620">
            <a:solidFill>
              <a:srgbClr val="FFFFFF"/>
            </a:solidFill>
            <a:prstDash val="solid"/>
          </a:ln>
        </p:spPr>
        <p:txBody>
          <a:bodyPr/>
          <a:lstStyle/>
          <a:p>
            <a:endParaRPr lang="en-US"/>
          </a:p>
        </p:txBody>
      </p:sp>
      <p:grpSp>
        <p:nvGrpSpPr>
          <p:cNvPr id="13" name="Group 12">
            <a:extLst>
              <a:ext uri="{FF2B5EF4-FFF2-40B4-BE49-F238E27FC236}">
                <a16:creationId xmlns:a16="http://schemas.microsoft.com/office/drawing/2014/main" id="{91853164-FE46-CF82-EBD6-4AE249E36A49}"/>
              </a:ext>
            </a:extLst>
          </p:cNvPr>
          <p:cNvGrpSpPr/>
          <p:nvPr/>
        </p:nvGrpSpPr>
        <p:grpSpPr>
          <a:xfrm>
            <a:off x="6188927" y="5856923"/>
            <a:ext cx="7315200" cy="1269920"/>
            <a:chOff x="6188927" y="5856923"/>
            <a:chExt cx="7315200" cy="1269920"/>
          </a:xfrm>
        </p:grpSpPr>
        <p:sp>
          <p:nvSpPr>
            <p:cNvPr id="8" name="Text 4"/>
            <p:cNvSpPr/>
            <p:nvPr/>
          </p:nvSpPr>
          <p:spPr>
            <a:xfrm>
              <a:off x="6280190" y="5856923"/>
              <a:ext cx="2054185" cy="396835"/>
            </a:xfrm>
            <a:prstGeom prst="rect">
              <a:avLst/>
            </a:prstGeom>
            <a:noFill/>
            <a:ln/>
          </p:spPr>
          <p:txBody>
            <a:bodyPr wrap="none" lIns="0" tIns="0" rIns="0" bIns="0" rtlCol="0" anchor="t"/>
            <a:lstStyle/>
            <a:p>
              <a:pPr marL="0" indent="0" algn="l">
                <a:lnSpc>
                  <a:spcPts val="3100"/>
                </a:lnSpc>
                <a:buNone/>
              </a:pPr>
              <a:r>
                <a:rPr lang="en-US" sz="2200" b="1" kern="0" spc="-36" dirty="0">
                  <a:solidFill>
                    <a:srgbClr val="272525"/>
                  </a:solidFill>
                  <a:latin typeface="Arial Nova Cond" panose="020B0506020202020204" pitchFamily="34" charset="0"/>
                  <a:ea typeface="Inter Bold" pitchFamily="34" charset="-122"/>
                  <a:cs typeface="Inter Bold" pitchFamily="34" charset="-120"/>
                </a:rPr>
                <a:t>by Priyal Rawat, Abhishek Sharma &amp; Dr. </a:t>
              </a:r>
              <a:r>
                <a:rPr lang="en-US" sz="2200" b="1" kern="0" spc="-36" dirty="0" err="1">
                  <a:solidFill>
                    <a:srgbClr val="272525"/>
                  </a:solidFill>
                  <a:latin typeface="Arial Nova Cond" panose="020B0506020202020204" pitchFamily="34" charset="0"/>
                  <a:ea typeface="Inter Bold" pitchFamily="34" charset="-122"/>
                  <a:cs typeface="Inter Bold" pitchFamily="34" charset="-120"/>
                </a:rPr>
                <a:t>Itauma</a:t>
              </a:r>
              <a:r>
                <a:rPr lang="en-US" sz="2200" b="1" kern="0" spc="-36" dirty="0">
                  <a:solidFill>
                    <a:srgbClr val="272525"/>
                  </a:solidFill>
                  <a:latin typeface="Arial Nova Cond" panose="020B0506020202020204" pitchFamily="34" charset="0"/>
                  <a:ea typeface="Inter Bold" pitchFamily="34" charset="-122"/>
                  <a:cs typeface="Inter Bold" pitchFamily="34" charset="-120"/>
                </a:rPr>
                <a:t> </a:t>
              </a:r>
              <a:r>
                <a:rPr lang="en-US" sz="2200" b="1" kern="0" spc="-36" dirty="0" err="1">
                  <a:solidFill>
                    <a:srgbClr val="272525"/>
                  </a:solidFill>
                  <a:latin typeface="Arial Nova Cond" panose="020B0506020202020204" pitchFamily="34" charset="0"/>
                  <a:ea typeface="Inter Bold" pitchFamily="34" charset="-122"/>
                  <a:cs typeface="Inter Bold" pitchFamily="34" charset="-120"/>
                </a:rPr>
                <a:t>Itauma</a:t>
              </a:r>
              <a:endParaRPr lang="en-US" sz="2200" b="1" dirty="0">
                <a:latin typeface="Arial Nova Cond" panose="020B0506020202020204" pitchFamily="34" charset="0"/>
              </a:endParaRPr>
            </a:p>
          </p:txBody>
        </p:sp>
        <p:sp>
          <p:nvSpPr>
            <p:cNvPr id="10" name="TextBox 9">
              <a:extLst>
                <a:ext uri="{FF2B5EF4-FFF2-40B4-BE49-F238E27FC236}">
                  <a16:creationId xmlns:a16="http://schemas.microsoft.com/office/drawing/2014/main" id="{9D9DC853-02F1-9BC1-A5C4-76D6FEC46C96}"/>
                </a:ext>
              </a:extLst>
            </p:cNvPr>
            <p:cNvSpPr txBox="1"/>
            <p:nvPr/>
          </p:nvSpPr>
          <p:spPr>
            <a:xfrm>
              <a:off x="6188927" y="6307217"/>
              <a:ext cx="7315200" cy="369332"/>
            </a:xfrm>
            <a:prstGeom prst="rect">
              <a:avLst/>
            </a:prstGeom>
            <a:noFill/>
          </p:spPr>
          <p:txBody>
            <a:bodyPr wrap="square">
              <a:spAutoFit/>
            </a:bodyPr>
            <a:lstStyle/>
            <a:p>
              <a:r>
                <a:rPr lang="en-US" sz="1800" b="1" dirty="0">
                  <a:solidFill>
                    <a:srgbClr val="272525"/>
                  </a:solidFill>
                  <a:latin typeface="Arial Nova Cond" panose="020B0506020202020204" pitchFamily="34" charset="0"/>
                  <a:ea typeface="Inter" pitchFamily="34" charset="-122"/>
                  <a:cs typeface="Inter" pitchFamily="34" charset="-120"/>
                </a:rPr>
                <a:t>Northwood University, DeVos Graduate School</a:t>
              </a:r>
              <a:endParaRPr lang="en-US" b="1" dirty="0">
                <a:latin typeface="Arial Nova Cond" panose="020B0506020202020204" pitchFamily="34" charset="0"/>
              </a:endParaRPr>
            </a:p>
          </p:txBody>
        </p:sp>
        <p:sp>
          <p:nvSpPr>
            <p:cNvPr id="12" name="TextBox 11">
              <a:extLst>
                <a:ext uri="{FF2B5EF4-FFF2-40B4-BE49-F238E27FC236}">
                  <a16:creationId xmlns:a16="http://schemas.microsoft.com/office/drawing/2014/main" id="{0DC8D05A-C9D2-F517-114A-3F99B0BAAB77}"/>
                </a:ext>
              </a:extLst>
            </p:cNvPr>
            <p:cNvSpPr txBox="1"/>
            <p:nvPr/>
          </p:nvSpPr>
          <p:spPr>
            <a:xfrm>
              <a:off x="6188927" y="6757511"/>
              <a:ext cx="7315200" cy="369332"/>
            </a:xfrm>
            <a:prstGeom prst="rect">
              <a:avLst/>
            </a:prstGeom>
            <a:noFill/>
          </p:spPr>
          <p:txBody>
            <a:bodyPr wrap="square">
              <a:spAutoFit/>
            </a:bodyPr>
            <a:lstStyle/>
            <a:p>
              <a:r>
                <a:rPr lang="en-US" sz="1800" b="1" dirty="0">
                  <a:solidFill>
                    <a:srgbClr val="272525"/>
                  </a:solidFill>
                  <a:latin typeface="Arial Nova Cond" panose="020B0506020202020204" pitchFamily="34" charset="0"/>
                  <a:ea typeface="Inter" pitchFamily="34" charset="-122"/>
                  <a:cs typeface="Inter" pitchFamily="34" charset="-120"/>
                </a:rPr>
                <a:t>IBAC 2025, SUNY Fredonia (May 8–9, 2025)</a:t>
              </a:r>
              <a:endParaRPr lang="en-US" b="1" dirty="0">
                <a:latin typeface="Arial Nova Cond" panose="020B0506020202020204" pitchFamily="34" charset="0"/>
              </a:endParaRPr>
            </a:p>
          </p:txBody>
        </p:sp>
      </p:grpSp>
      <p:pic>
        <p:nvPicPr>
          <p:cNvPr id="14" name="Picture 2">
            <a:extLst>
              <a:ext uri="{FF2B5EF4-FFF2-40B4-BE49-F238E27FC236}">
                <a16:creationId xmlns:a16="http://schemas.microsoft.com/office/drawing/2014/main" id="{B4D6F74F-C83B-5186-29A3-1234686AB7A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2075" t="5175" r="31076" b="5528"/>
          <a:stretch/>
        </p:blipFill>
        <p:spPr bwMode="auto">
          <a:xfrm>
            <a:off x="13902226" y="7212330"/>
            <a:ext cx="608855" cy="91188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58613" y="665743"/>
            <a:ext cx="6237684" cy="779621"/>
          </a:xfrm>
          <a:prstGeom prst="rect">
            <a:avLst/>
          </a:prstGeom>
          <a:noFill/>
          <a:ln/>
        </p:spPr>
        <p:txBody>
          <a:bodyPr wrap="none" lIns="0" tIns="0" rIns="0" bIns="0" rtlCol="0" anchor="t"/>
          <a:lstStyle/>
          <a:p>
            <a:pPr marL="0" indent="0">
              <a:lnSpc>
                <a:spcPts val="6100"/>
              </a:lnSpc>
              <a:buNone/>
            </a:pPr>
            <a:r>
              <a:rPr lang="en-US" sz="4900" b="1" kern="0" spc="-98" dirty="0">
                <a:solidFill>
                  <a:srgbClr val="F95F88"/>
                </a:solidFill>
                <a:latin typeface="Arial Nova Cond" panose="020B0506020202020204" pitchFamily="34" charset="0"/>
                <a:ea typeface="Petrona Bold" pitchFamily="34" charset="-122"/>
                <a:cs typeface="Petrona Bold" pitchFamily="34" charset="-120"/>
              </a:rPr>
              <a:t>Problem Statement</a:t>
            </a:r>
            <a:endParaRPr lang="en-US" sz="4900" dirty="0">
              <a:latin typeface="Arial Nova Cond" panose="020B0506020202020204" pitchFamily="34" charset="0"/>
            </a:endParaRPr>
          </a:p>
        </p:txBody>
      </p:sp>
      <p:sp>
        <p:nvSpPr>
          <p:cNvPr id="4" name="Shape 1"/>
          <p:cNvSpPr/>
          <p:nvPr/>
        </p:nvSpPr>
        <p:spPr>
          <a:xfrm>
            <a:off x="6025039" y="2293441"/>
            <a:ext cx="510302" cy="510302"/>
          </a:xfrm>
          <a:prstGeom prst="roundRect">
            <a:avLst>
              <a:gd name="adj" fmla="val 18669"/>
            </a:avLst>
          </a:prstGeom>
          <a:solidFill>
            <a:srgbClr val="E0D7F4"/>
          </a:solidFill>
          <a:ln w="7620">
            <a:solidFill>
              <a:srgbClr val="C6BDDA"/>
            </a:solidFill>
            <a:prstDash val="solid"/>
          </a:ln>
        </p:spPr>
        <p:txBody>
          <a:bodyPr/>
          <a:lstStyle/>
          <a:p>
            <a:endParaRPr lang="en-US"/>
          </a:p>
        </p:txBody>
      </p:sp>
      <p:sp>
        <p:nvSpPr>
          <p:cNvPr id="5" name="Text 2"/>
          <p:cNvSpPr/>
          <p:nvPr/>
        </p:nvSpPr>
        <p:spPr>
          <a:xfrm>
            <a:off x="6078691" y="2411318"/>
            <a:ext cx="374213" cy="467797"/>
          </a:xfrm>
          <a:prstGeom prst="rect">
            <a:avLst/>
          </a:prstGeom>
          <a:noFill/>
          <a:ln/>
        </p:spPr>
        <p:txBody>
          <a:bodyPr wrap="none" lIns="0" tIns="0" rIns="0" bIns="0" rtlCol="0" anchor="t"/>
          <a:lstStyle/>
          <a:p>
            <a:pPr marL="0" indent="0" algn="ctr">
              <a:lnSpc>
                <a:spcPts val="2900"/>
              </a:lnSpc>
              <a:buNone/>
            </a:pPr>
            <a:r>
              <a:rPr lang="en-US" sz="2900" b="1" kern="0" spc="-59" dirty="0">
                <a:solidFill>
                  <a:srgbClr val="272525"/>
                </a:solidFill>
                <a:latin typeface="Petrona Bold" pitchFamily="34" charset="0"/>
                <a:ea typeface="Petrona Bold" pitchFamily="34" charset="-122"/>
                <a:cs typeface="Petrona Bold" pitchFamily="34" charset="-120"/>
              </a:rPr>
              <a:t>1</a:t>
            </a:r>
            <a:endParaRPr lang="en-US" sz="2900" dirty="0"/>
          </a:p>
        </p:txBody>
      </p:sp>
      <p:sp>
        <p:nvSpPr>
          <p:cNvPr id="6" name="Text 3"/>
          <p:cNvSpPr/>
          <p:nvPr/>
        </p:nvSpPr>
        <p:spPr>
          <a:xfrm>
            <a:off x="6768915" y="2353627"/>
            <a:ext cx="2927747" cy="389930"/>
          </a:xfrm>
          <a:prstGeom prst="rect">
            <a:avLst/>
          </a:prstGeom>
          <a:noFill/>
          <a:ln/>
        </p:spPr>
        <p:txBody>
          <a:bodyPr wrap="none" lIns="0" tIns="0" rIns="0" bIns="0" rtlCol="0" anchor="t"/>
          <a:lstStyle/>
          <a:p>
            <a:pPr marL="0" indent="0">
              <a:lnSpc>
                <a:spcPts val="3050"/>
              </a:lnSpc>
              <a:buNone/>
            </a:pPr>
            <a:r>
              <a:rPr lang="en-US" sz="2450" b="1" kern="0" spc="-49" dirty="0">
                <a:solidFill>
                  <a:srgbClr val="272525"/>
                </a:solidFill>
                <a:latin typeface="Arial Nova Cond" panose="020B0506020202020204" pitchFamily="34" charset="0"/>
                <a:ea typeface="Petrona Bold" pitchFamily="34" charset="-122"/>
                <a:cs typeface="Petrona Bold" pitchFamily="34" charset="-120"/>
              </a:rPr>
              <a:t>Critical Challenge</a:t>
            </a:r>
            <a:endParaRPr lang="en-US" sz="2450" dirty="0">
              <a:latin typeface="Arial Nova Cond" panose="020B0506020202020204" pitchFamily="34" charset="0"/>
            </a:endParaRPr>
          </a:p>
        </p:txBody>
      </p:sp>
      <p:sp>
        <p:nvSpPr>
          <p:cNvPr id="7" name="Text 4"/>
          <p:cNvSpPr/>
          <p:nvPr/>
        </p:nvSpPr>
        <p:spPr>
          <a:xfrm>
            <a:off x="6768913" y="2911808"/>
            <a:ext cx="2927747" cy="725805"/>
          </a:xfrm>
          <a:prstGeom prst="rect">
            <a:avLst/>
          </a:prstGeom>
          <a:noFill/>
          <a:ln/>
        </p:spPr>
        <p:txBody>
          <a:bodyPr wrap="square" lIns="0" tIns="0" rIns="0" bIns="0" rtlCol="0" anchor="t"/>
          <a:lstStyle/>
          <a:p>
            <a:pPr marL="0" indent="0">
              <a:lnSpc>
                <a:spcPts val="2850"/>
              </a:lnSpc>
              <a:buNone/>
            </a:pPr>
            <a:r>
              <a:rPr lang="en-US" kern="0" spc="-36" dirty="0">
                <a:solidFill>
                  <a:srgbClr val="272525"/>
                </a:solidFill>
                <a:latin typeface="Arial Nova Cond" panose="020B0506020202020204" pitchFamily="34" charset="0"/>
                <a:ea typeface="Inter" pitchFamily="34" charset="-122"/>
                <a:cs typeface="Inter" pitchFamily="34" charset="-120"/>
              </a:rPr>
              <a:t>Customer churn affects revenue, and retention </a:t>
            </a:r>
            <a:r>
              <a:rPr lang="en-US" sz="1800" dirty="0">
                <a:solidFill>
                  <a:srgbClr val="272525"/>
                </a:solidFill>
                <a:latin typeface="Arial Nova Cond" panose="020B0506020202020204" pitchFamily="34" charset="0"/>
                <a:ea typeface="Inter" pitchFamily="34" charset="-122"/>
                <a:cs typeface="Inter" pitchFamily="34" charset="-120"/>
              </a:rPr>
              <a:t>reduces costs compared to customer acquisition. Crucial for banking profitability.</a:t>
            </a:r>
            <a:endParaRPr lang="en-US" dirty="0">
              <a:latin typeface="Arial Nova Cond" panose="020B0506020202020204" pitchFamily="34" charset="0"/>
            </a:endParaRPr>
          </a:p>
        </p:txBody>
      </p:sp>
      <p:sp>
        <p:nvSpPr>
          <p:cNvPr id="8" name="Shape 5"/>
          <p:cNvSpPr/>
          <p:nvPr/>
        </p:nvSpPr>
        <p:spPr>
          <a:xfrm>
            <a:off x="10103886" y="2353627"/>
            <a:ext cx="510302" cy="510302"/>
          </a:xfrm>
          <a:prstGeom prst="roundRect">
            <a:avLst>
              <a:gd name="adj" fmla="val 18669"/>
            </a:avLst>
          </a:prstGeom>
          <a:solidFill>
            <a:srgbClr val="E0D7F4"/>
          </a:solidFill>
          <a:ln w="7620">
            <a:solidFill>
              <a:srgbClr val="C6BDDA"/>
            </a:solidFill>
            <a:prstDash val="solid"/>
          </a:ln>
        </p:spPr>
        <p:txBody>
          <a:bodyPr/>
          <a:lstStyle/>
          <a:p>
            <a:endParaRPr lang="en-US"/>
          </a:p>
        </p:txBody>
      </p:sp>
      <p:sp>
        <p:nvSpPr>
          <p:cNvPr id="9" name="Text 6"/>
          <p:cNvSpPr/>
          <p:nvPr/>
        </p:nvSpPr>
        <p:spPr>
          <a:xfrm>
            <a:off x="10166132" y="2411318"/>
            <a:ext cx="374213" cy="467797"/>
          </a:xfrm>
          <a:prstGeom prst="rect">
            <a:avLst/>
          </a:prstGeom>
          <a:noFill/>
          <a:ln/>
        </p:spPr>
        <p:txBody>
          <a:bodyPr wrap="none" lIns="0" tIns="0" rIns="0" bIns="0" rtlCol="0" anchor="t"/>
          <a:lstStyle/>
          <a:p>
            <a:pPr marL="0" indent="0" algn="ctr">
              <a:lnSpc>
                <a:spcPts val="2900"/>
              </a:lnSpc>
              <a:buNone/>
            </a:pPr>
            <a:r>
              <a:rPr lang="en-US" sz="2900" b="1" kern="0" spc="-59" dirty="0">
                <a:solidFill>
                  <a:srgbClr val="272525"/>
                </a:solidFill>
                <a:latin typeface="Petrona Bold" pitchFamily="34" charset="0"/>
                <a:ea typeface="Petrona Bold" pitchFamily="34" charset="-122"/>
                <a:cs typeface="Petrona Bold" pitchFamily="34" charset="-120"/>
              </a:rPr>
              <a:t>2</a:t>
            </a:r>
            <a:endParaRPr lang="en-US" sz="2900" dirty="0"/>
          </a:p>
        </p:txBody>
      </p:sp>
      <p:sp>
        <p:nvSpPr>
          <p:cNvPr id="10" name="Text 7"/>
          <p:cNvSpPr/>
          <p:nvPr/>
        </p:nvSpPr>
        <p:spPr>
          <a:xfrm>
            <a:off x="10908983" y="2388400"/>
            <a:ext cx="2927747" cy="389930"/>
          </a:xfrm>
          <a:prstGeom prst="rect">
            <a:avLst/>
          </a:prstGeom>
          <a:noFill/>
          <a:ln/>
        </p:spPr>
        <p:txBody>
          <a:bodyPr wrap="none" lIns="0" tIns="0" rIns="0" bIns="0" rtlCol="0" anchor="t"/>
          <a:lstStyle/>
          <a:p>
            <a:pPr marL="0" indent="0">
              <a:lnSpc>
                <a:spcPts val="3050"/>
              </a:lnSpc>
              <a:buNone/>
            </a:pPr>
            <a:r>
              <a:rPr lang="en-US" sz="2450" b="1" kern="0" spc="-49" dirty="0">
                <a:solidFill>
                  <a:srgbClr val="272525"/>
                </a:solidFill>
                <a:latin typeface="Arial Nova Cond" panose="020B0506020202020204" pitchFamily="34" charset="0"/>
                <a:ea typeface="Petrona Bold" pitchFamily="34" charset="-122"/>
                <a:cs typeface="Petrona Bold" pitchFamily="34" charset="-120"/>
              </a:rPr>
              <a:t>Manual Monitoring</a:t>
            </a:r>
            <a:endParaRPr lang="en-US" sz="2450" dirty="0">
              <a:latin typeface="Arial Nova Cond" panose="020B0506020202020204" pitchFamily="34" charset="0"/>
            </a:endParaRPr>
          </a:p>
        </p:txBody>
      </p:sp>
      <p:sp>
        <p:nvSpPr>
          <p:cNvPr id="11" name="Text 8"/>
          <p:cNvSpPr/>
          <p:nvPr/>
        </p:nvSpPr>
        <p:spPr>
          <a:xfrm>
            <a:off x="10908983" y="2879115"/>
            <a:ext cx="2927747" cy="725805"/>
          </a:xfrm>
          <a:prstGeom prst="rect">
            <a:avLst/>
          </a:prstGeom>
          <a:noFill/>
          <a:ln/>
        </p:spPr>
        <p:txBody>
          <a:bodyPr wrap="square" lIns="0" tIns="0" rIns="0" bIns="0" rtlCol="0" anchor="t"/>
          <a:lstStyle/>
          <a:p>
            <a:pPr marL="0" indent="0">
              <a:lnSpc>
                <a:spcPts val="2850"/>
              </a:lnSpc>
              <a:buNone/>
            </a:pPr>
            <a:r>
              <a:rPr lang="en-US" kern="0" spc="-36" dirty="0">
                <a:solidFill>
                  <a:srgbClr val="272525"/>
                </a:solidFill>
                <a:latin typeface="Arial Nova Cond" panose="020B0506020202020204" pitchFamily="34" charset="0"/>
                <a:ea typeface="Inter" pitchFamily="34" charset="-122"/>
                <a:cs typeface="Inter" pitchFamily="34" charset="-120"/>
              </a:rPr>
              <a:t>Difficult to predict churn in time.</a:t>
            </a:r>
            <a:endParaRPr lang="en-US" dirty="0">
              <a:latin typeface="Arial Nova Cond" panose="020B0506020202020204" pitchFamily="34" charset="0"/>
            </a:endParaRPr>
          </a:p>
        </p:txBody>
      </p:sp>
      <p:sp>
        <p:nvSpPr>
          <p:cNvPr id="12" name="Shape 9"/>
          <p:cNvSpPr/>
          <p:nvPr/>
        </p:nvSpPr>
        <p:spPr>
          <a:xfrm>
            <a:off x="6030309" y="5224700"/>
            <a:ext cx="510302" cy="510302"/>
          </a:xfrm>
          <a:prstGeom prst="roundRect">
            <a:avLst>
              <a:gd name="adj" fmla="val 18669"/>
            </a:avLst>
          </a:prstGeom>
          <a:solidFill>
            <a:srgbClr val="E0D7F4"/>
          </a:solidFill>
          <a:ln w="7620">
            <a:solidFill>
              <a:srgbClr val="C6BDDA"/>
            </a:solidFill>
            <a:prstDash val="solid"/>
          </a:ln>
        </p:spPr>
        <p:txBody>
          <a:bodyPr/>
          <a:lstStyle/>
          <a:p>
            <a:endParaRPr lang="en-US"/>
          </a:p>
        </p:txBody>
      </p:sp>
      <p:sp>
        <p:nvSpPr>
          <p:cNvPr id="13" name="Text 10"/>
          <p:cNvSpPr/>
          <p:nvPr/>
        </p:nvSpPr>
        <p:spPr>
          <a:xfrm>
            <a:off x="6052426" y="5345701"/>
            <a:ext cx="374213" cy="467797"/>
          </a:xfrm>
          <a:prstGeom prst="rect">
            <a:avLst/>
          </a:prstGeom>
          <a:noFill/>
          <a:ln/>
        </p:spPr>
        <p:txBody>
          <a:bodyPr wrap="none" lIns="0" tIns="0" rIns="0" bIns="0" rtlCol="0" anchor="t"/>
          <a:lstStyle/>
          <a:p>
            <a:pPr marL="0" indent="0" algn="ctr">
              <a:lnSpc>
                <a:spcPts val="2900"/>
              </a:lnSpc>
              <a:buNone/>
            </a:pPr>
            <a:r>
              <a:rPr lang="en-US" sz="2900" b="1" kern="0" spc="-59" dirty="0">
                <a:solidFill>
                  <a:srgbClr val="272525"/>
                </a:solidFill>
                <a:latin typeface="Petrona Bold" pitchFamily="34" charset="0"/>
                <a:ea typeface="Petrona Bold" pitchFamily="34" charset="-122"/>
                <a:cs typeface="Petrona Bold" pitchFamily="34" charset="-120"/>
              </a:rPr>
              <a:t>3</a:t>
            </a:r>
            <a:endParaRPr lang="en-US" sz="2900" dirty="0"/>
          </a:p>
        </p:txBody>
      </p:sp>
      <p:sp>
        <p:nvSpPr>
          <p:cNvPr id="14" name="Text 11"/>
          <p:cNvSpPr/>
          <p:nvPr/>
        </p:nvSpPr>
        <p:spPr>
          <a:xfrm>
            <a:off x="10859519" y="5256306"/>
            <a:ext cx="3118842" cy="389930"/>
          </a:xfrm>
          <a:prstGeom prst="rect">
            <a:avLst/>
          </a:prstGeom>
          <a:noFill/>
          <a:ln/>
        </p:spPr>
        <p:txBody>
          <a:bodyPr wrap="none" lIns="0" tIns="0" rIns="0" bIns="0" rtlCol="0" anchor="t"/>
          <a:lstStyle/>
          <a:p>
            <a:pPr>
              <a:lnSpc>
                <a:spcPts val="3050"/>
              </a:lnSpc>
            </a:pPr>
            <a:r>
              <a:rPr lang="en-US" sz="2450" b="1" kern="0" spc="-49" dirty="0">
                <a:solidFill>
                  <a:srgbClr val="272525"/>
                </a:solidFill>
                <a:latin typeface="Arial Nova Cond" panose="020B0506020202020204" pitchFamily="34" charset="0"/>
                <a:ea typeface="Petrona Bold" pitchFamily="34" charset="-122"/>
              </a:rPr>
              <a:t>Research Goal</a:t>
            </a:r>
          </a:p>
        </p:txBody>
      </p:sp>
      <p:sp>
        <p:nvSpPr>
          <p:cNvPr id="15" name="Text 12"/>
          <p:cNvSpPr/>
          <p:nvPr/>
        </p:nvSpPr>
        <p:spPr>
          <a:xfrm>
            <a:off x="10824183" y="5813498"/>
            <a:ext cx="3344227" cy="1673898"/>
          </a:xfrm>
          <a:prstGeom prst="rect">
            <a:avLst/>
          </a:prstGeom>
          <a:noFill/>
          <a:ln/>
        </p:spPr>
        <p:txBody>
          <a:bodyPr wrap="none" lIns="0" tIns="0" rIns="0" bIns="0" rtlCol="0" anchor="t"/>
          <a:lstStyle/>
          <a:p>
            <a:pPr>
              <a:lnSpc>
                <a:spcPts val="2850"/>
              </a:lnSpc>
            </a:pPr>
            <a:r>
              <a:rPr lang="en-US" kern="0" spc="-36" dirty="0">
                <a:solidFill>
                  <a:srgbClr val="272525"/>
                </a:solidFill>
                <a:latin typeface="Arial Nova Cond" panose="020B0506020202020204" pitchFamily="34" charset="0"/>
                <a:ea typeface="Inter" pitchFamily="34" charset="-122"/>
                <a:cs typeface="Inter" pitchFamily="34" charset="-120"/>
              </a:rPr>
              <a:t>Develop interpretable, segment-aware, </a:t>
            </a:r>
            <a:br>
              <a:rPr lang="en-US" kern="0" spc="-36" dirty="0">
                <a:solidFill>
                  <a:srgbClr val="272525"/>
                </a:solidFill>
                <a:latin typeface="Arial Nova Cond" panose="020B0506020202020204" pitchFamily="34" charset="0"/>
                <a:ea typeface="Inter" pitchFamily="34" charset="-122"/>
                <a:cs typeface="Inter" pitchFamily="34" charset="-120"/>
              </a:rPr>
            </a:br>
            <a:r>
              <a:rPr lang="en-US" kern="0" spc="-36" dirty="0">
                <a:solidFill>
                  <a:srgbClr val="272525"/>
                </a:solidFill>
                <a:latin typeface="Arial Nova Cond" panose="020B0506020202020204" pitchFamily="34" charset="0"/>
                <a:ea typeface="Inter" pitchFamily="34" charset="-122"/>
                <a:cs typeface="Inter" pitchFamily="34" charset="-120"/>
              </a:rPr>
              <a:t>cost-sensitive models to score churn risk.</a:t>
            </a:r>
          </a:p>
          <a:p>
            <a:pPr marL="0" indent="0">
              <a:lnSpc>
                <a:spcPts val="2850"/>
              </a:lnSpc>
              <a:buNone/>
            </a:pPr>
            <a:r>
              <a:rPr lang="en-US" kern="0" spc="-36" dirty="0">
                <a:solidFill>
                  <a:srgbClr val="272525"/>
                </a:solidFill>
                <a:latin typeface="Arial Nova Cond" panose="020B0506020202020204" pitchFamily="34" charset="0"/>
                <a:ea typeface="Inter" pitchFamily="34" charset="-122"/>
                <a:cs typeface="Inter" pitchFamily="34" charset="-120"/>
              </a:rPr>
              <a:t>Microsoft Azure ML for Customer </a:t>
            </a:r>
          </a:p>
          <a:p>
            <a:pPr marL="0" indent="0">
              <a:lnSpc>
                <a:spcPts val="2850"/>
              </a:lnSpc>
              <a:buNone/>
            </a:pPr>
            <a:r>
              <a:rPr lang="en-US" kern="0" spc="-36" dirty="0">
                <a:solidFill>
                  <a:srgbClr val="272525"/>
                </a:solidFill>
                <a:latin typeface="Arial Nova Cond" panose="020B0506020202020204" pitchFamily="34" charset="0"/>
                <a:ea typeface="Inter" pitchFamily="34" charset="-122"/>
                <a:cs typeface="Inter" pitchFamily="34" charset="-120"/>
              </a:rPr>
              <a:t>Retention</a:t>
            </a:r>
            <a:endParaRPr lang="en-US" dirty="0">
              <a:latin typeface="Arial Nova Cond" panose="020B0506020202020204" pitchFamily="34" charset="0"/>
            </a:endParaRPr>
          </a:p>
        </p:txBody>
      </p:sp>
      <p:sp>
        <p:nvSpPr>
          <p:cNvPr id="17" name="Shape 9">
            <a:extLst>
              <a:ext uri="{FF2B5EF4-FFF2-40B4-BE49-F238E27FC236}">
                <a16:creationId xmlns:a16="http://schemas.microsoft.com/office/drawing/2014/main" id="{99000B09-E5A5-3302-D6DB-CC4130BC8B0D}"/>
              </a:ext>
            </a:extLst>
          </p:cNvPr>
          <p:cNvSpPr/>
          <p:nvPr/>
        </p:nvSpPr>
        <p:spPr>
          <a:xfrm>
            <a:off x="10022939" y="5219073"/>
            <a:ext cx="510302" cy="510302"/>
          </a:xfrm>
          <a:prstGeom prst="roundRect">
            <a:avLst>
              <a:gd name="adj" fmla="val 18669"/>
            </a:avLst>
          </a:prstGeom>
          <a:solidFill>
            <a:srgbClr val="E0D7F4"/>
          </a:solidFill>
          <a:ln w="7620">
            <a:solidFill>
              <a:srgbClr val="C6BDDA"/>
            </a:solidFill>
            <a:prstDash val="solid"/>
          </a:ln>
        </p:spPr>
        <p:txBody>
          <a:bodyPr/>
          <a:lstStyle/>
          <a:p>
            <a:pPr marL="0" indent="0" algn="ctr">
              <a:lnSpc>
                <a:spcPts val="2900"/>
              </a:lnSpc>
              <a:buNone/>
            </a:pPr>
            <a:r>
              <a:rPr lang="en-US" sz="2900" b="1" kern="0" spc="-59" dirty="0">
                <a:solidFill>
                  <a:srgbClr val="272525"/>
                </a:solidFill>
                <a:latin typeface="Petrona Bold" pitchFamily="34" charset="0"/>
                <a:ea typeface="Petrona Bold" pitchFamily="34" charset="-122"/>
              </a:rPr>
              <a:t>4</a:t>
            </a:r>
            <a:endParaRPr lang="en-US" sz="2900" dirty="0"/>
          </a:p>
        </p:txBody>
      </p:sp>
      <p:sp>
        <p:nvSpPr>
          <p:cNvPr id="20" name="Text 3">
            <a:extLst>
              <a:ext uri="{FF2B5EF4-FFF2-40B4-BE49-F238E27FC236}">
                <a16:creationId xmlns:a16="http://schemas.microsoft.com/office/drawing/2014/main" id="{F2113E7A-83AA-9269-D744-CDC6B47C4D59}"/>
              </a:ext>
            </a:extLst>
          </p:cNvPr>
          <p:cNvSpPr/>
          <p:nvPr/>
        </p:nvSpPr>
        <p:spPr>
          <a:xfrm>
            <a:off x="6768914" y="5279259"/>
            <a:ext cx="2927747" cy="389930"/>
          </a:xfrm>
          <a:prstGeom prst="rect">
            <a:avLst/>
          </a:prstGeom>
          <a:noFill/>
          <a:ln/>
        </p:spPr>
        <p:txBody>
          <a:bodyPr wrap="none" lIns="0" tIns="0" rIns="0" bIns="0" rtlCol="0" anchor="t"/>
          <a:lstStyle/>
          <a:p>
            <a:pPr marL="0" indent="0">
              <a:lnSpc>
                <a:spcPts val="3050"/>
              </a:lnSpc>
              <a:buNone/>
            </a:pPr>
            <a:r>
              <a:rPr lang="en-US" sz="2450" b="1" kern="0" spc="-49" dirty="0">
                <a:solidFill>
                  <a:srgbClr val="272525"/>
                </a:solidFill>
                <a:latin typeface="Arial Nova Cond" panose="020B0506020202020204" pitchFamily="34" charset="0"/>
                <a:ea typeface="Petrona Bold" pitchFamily="34" charset="-122"/>
              </a:rPr>
              <a:t>Segment Gap</a:t>
            </a:r>
            <a:endParaRPr lang="en-US" sz="2450" dirty="0">
              <a:latin typeface="Arial Nova Cond" panose="020B0506020202020204" pitchFamily="34" charset="0"/>
            </a:endParaRPr>
          </a:p>
        </p:txBody>
      </p:sp>
      <p:sp>
        <p:nvSpPr>
          <p:cNvPr id="22" name="TextBox 21">
            <a:extLst>
              <a:ext uri="{FF2B5EF4-FFF2-40B4-BE49-F238E27FC236}">
                <a16:creationId xmlns:a16="http://schemas.microsoft.com/office/drawing/2014/main" id="{7D4FF42B-BDC4-C617-3688-578480B6B934}"/>
              </a:ext>
            </a:extLst>
          </p:cNvPr>
          <p:cNvSpPr txBox="1"/>
          <p:nvPr/>
        </p:nvSpPr>
        <p:spPr>
          <a:xfrm>
            <a:off x="6733818" y="5767869"/>
            <a:ext cx="2927747" cy="1174104"/>
          </a:xfrm>
          <a:prstGeom prst="rect">
            <a:avLst/>
          </a:prstGeom>
          <a:noFill/>
        </p:spPr>
        <p:txBody>
          <a:bodyPr wrap="square">
            <a:spAutoFit/>
          </a:bodyPr>
          <a:lstStyle/>
          <a:p>
            <a:pPr marL="0" indent="0" algn="l">
              <a:lnSpc>
                <a:spcPts val="2850"/>
              </a:lnSpc>
              <a:buNone/>
            </a:pPr>
            <a:r>
              <a:rPr lang="en-US" kern="0" spc="-36" dirty="0">
                <a:solidFill>
                  <a:srgbClr val="272525"/>
                </a:solidFill>
                <a:latin typeface="Arial Nova Cond" panose="020B0506020202020204" pitchFamily="34" charset="0"/>
                <a:ea typeface="Inter" pitchFamily="34" charset="-122"/>
                <a:cs typeface="Inter" pitchFamily="34" charset="-120"/>
              </a:rPr>
              <a:t>Most churn models assume uniform customers; HNW and Regular behave differently.</a:t>
            </a:r>
          </a:p>
        </p:txBody>
      </p:sp>
      <p:pic>
        <p:nvPicPr>
          <p:cNvPr id="1026" name="Picture 2">
            <a:extLst>
              <a:ext uri="{FF2B5EF4-FFF2-40B4-BE49-F238E27FC236}">
                <a16:creationId xmlns:a16="http://schemas.microsoft.com/office/drawing/2014/main" id="{104CB254-CF81-43B0-0390-9DBC1620492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2075" t="5175" r="31076" b="5528"/>
          <a:stretch/>
        </p:blipFill>
        <p:spPr bwMode="auto">
          <a:xfrm>
            <a:off x="13781336" y="7212330"/>
            <a:ext cx="608855" cy="91188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name="Slide 3">
    <p:spTree>
      <p:nvGrpSpPr>
        <p:cNvPr id="1" name=""/>
        <p:cNvGrpSpPr/>
        <p:nvPr/>
      </p:nvGrpSpPr>
      <p:grpSpPr>
        <a:xfrm>
          <a:off x="0" y="0"/>
          <a:ext cx="0" cy="0"/>
          <a:chOff x="0" y="0"/>
          <a:chExt cx="0" cy="0"/>
        </a:xfrm>
      </p:grpSpPr>
      <p:sp>
        <p:nvSpPr>
          <p:cNvPr id="2" name="Text 0"/>
          <p:cNvSpPr/>
          <p:nvPr/>
        </p:nvSpPr>
        <p:spPr>
          <a:xfrm>
            <a:off x="631744" y="649902"/>
            <a:ext cx="6237684" cy="779621"/>
          </a:xfrm>
          <a:prstGeom prst="rect">
            <a:avLst/>
          </a:prstGeom>
          <a:noFill/>
          <a:ln/>
        </p:spPr>
        <p:txBody>
          <a:bodyPr wrap="none" lIns="0" tIns="0" rIns="0" bIns="0" rtlCol="0" anchor="t"/>
          <a:lstStyle/>
          <a:p>
            <a:pPr marL="0" indent="0">
              <a:lnSpc>
                <a:spcPts val="6100"/>
              </a:lnSpc>
              <a:buNone/>
            </a:pPr>
            <a:r>
              <a:rPr lang="en-US" sz="4900" b="1" kern="0" spc="-98" dirty="0">
                <a:solidFill>
                  <a:srgbClr val="F95F88"/>
                </a:solidFill>
                <a:latin typeface="Arial Nova Cond" panose="020B0506020202020204" pitchFamily="34" charset="0"/>
                <a:ea typeface="Petrona Bold" pitchFamily="34" charset="-122"/>
                <a:cs typeface="Petrona Bold" pitchFamily="34" charset="-120"/>
              </a:rPr>
              <a:t>Literature Review</a:t>
            </a:r>
            <a:endParaRPr lang="en-US" sz="4900" dirty="0">
              <a:latin typeface="Arial Nova Cond" panose="020B0506020202020204" pitchFamily="34" charset="0"/>
            </a:endParaRPr>
          </a:p>
        </p:txBody>
      </p:sp>
      <p:sp>
        <p:nvSpPr>
          <p:cNvPr id="3" name="Text 1"/>
          <p:cNvSpPr/>
          <p:nvPr/>
        </p:nvSpPr>
        <p:spPr>
          <a:xfrm>
            <a:off x="515997" y="2067709"/>
            <a:ext cx="3118842" cy="389930"/>
          </a:xfrm>
          <a:prstGeom prst="rect">
            <a:avLst/>
          </a:prstGeom>
          <a:noFill/>
          <a:ln/>
        </p:spPr>
        <p:txBody>
          <a:bodyPr wrap="none" lIns="0" tIns="0" rIns="0" bIns="0" rtlCol="0" anchor="t"/>
          <a:lstStyle/>
          <a:p>
            <a:pPr marL="0" indent="0">
              <a:lnSpc>
                <a:spcPts val="3050"/>
              </a:lnSpc>
              <a:buNone/>
            </a:pPr>
            <a:r>
              <a:rPr lang="en-US" sz="2450" b="1" kern="0" spc="-49" dirty="0">
                <a:solidFill>
                  <a:srgbClr val="F95F88"/>
                </a:solidFill>
                <a:latin typeface="Arial Nova Cond" panose="020B0506020202020204" pitchFamily="34" charset="0"/>
                <a:ea typeface="Petrona Bold" pitchFamily="34" charset="-122"/>
                <a:cs typeface="Petrona Bold" pitchFamily="34" charset="-120"/>
              </a:rPr>
              <a:t>Churn Drivers</a:t>
            </a:r>
            <a:endParaRPr lang="en-US" sz="2450" dirty="0">
              <a:latin typeface="Arial Nova Cond" panose="020B0506020202020204" pitchFamily="34" charset="0"/>
            </a:endParaRPr>
          </a:p>
        </p:txBody>
      </p:sp>
      <p:sp>
        <p:nvSpPr>
          <p:cNvPr id="4" name="Text 2"/>
          <p:cNvSpPr/>
          <p:nvPr/>
        </p:nvSpPr>
        <p:spPr>
          <a:xfrm>
            <a:off x="515997" y="2672127"/>
            <a:ext cx="3978116" cy="3207812"/>
          </a:xfrm>
          <a:prstGeom prst="rect">
            <a:avLst/>
          </a:prstGeom>
          <a:noFill/>
          <a:ln/>
        </p:spPr>
        <p:txBody>
          <a:bodyPr wrap="square" lIns="0" tIns="0" rIns="0" bIns="0" rtlCol="0" anchor="t"/>
          <a:lstStyle/>
          <a:p>
            <a:pPr marL="0" indent="0">
              <a:lnSpc>
                <a:spcPts val="2850"/>
              </a:lnSpc>
              <a:buNone/>
            </a:pPr>
            <a:r>
              <a:rPr lang="en-US" kern="0" spc="-36" dirty="0">
                <a:solidFill>
                  <a:srgbClr val="272525"/>
                </a:solidFill>
                <a:latin typeface="Arial Nova Cond" panose="020B0506020202020204" pitchFamily="34" charset="0"/>
                <a:ea typeface="Inter" pitchFamily="34" charset="-122"/>
                <a:cs typeface="Inter" pitchFamily="34" charset="-120"/>
              </a:rPr>
              <a:t>Service fees, poor customer experience, and availability of alternatives are key drivers of customer churn. (</a:t>
            </a:r>
            <a:r>
              <a:rPr lang="en-US" kern="0" spc="-36" dirty="0" err="1">
                <a:solidFill>
                  <a:srgbClr val="272525"/>
                </a:solidFill>
                <a:latin typeface="Arial Nova Cond" panose="020B0506020202020204" pitchFamily="34" charset="0"/>
                <a:ea typeface="Inter" pitchFamily="34" charset="-122"/>
                <a:cs typeface="Inter" pitchFamily="34" charset="-120"/>
              </a:rPr>
              <a:t>Datrics</a:t>
            </a:r>
            <a:r>
              <a:rPr lang="en-US" kern="0" spc="-36" dirty="0">
                <a:solidFill>
                  <a:srgbClr val="272525"/>
                </a:solidFill>
                <a:latin typeface="Arial Nova Cond" panose="020B0506020202020204" pitchFamily="34" charset="0"/>
                <a:ea typeface="Inter" pitchFamily="34" charset="-122"/>
                <a:cs typeface="Inter" pitchFamily="34" charset="-120"/>
              </a:rPr>
              <a:t> AI, 2023)</a:t>
            </a:r>
          </a:p>
          <a:p>
            <a:pPr marL="0" indent="0">
              <a:lnSpc>
                <a:spcPts val="2850"/>
              </a:lnSpc>
              <a:buNone/>
            </a:pPr>
            <a:endParaRPr lang="en-US" kern="0" spc="-36" dirty="0">
              <a:solidFill>
                <a:srgbClr val="272525"/>
              </a:solidFill>
              <a:latin typeface="Arial Nova Cond" panose="020B0506020202020204" pitchFamily="34" charset="0"/>
              <a:ea typeface="Inter" pitchFamily="34" charset="-122"/>
              <a:cs typeface="Inter" pitchFamily="34" charset="-120"/>
            </a:endParaRPr>
          </a:p>
          <a:p>
            <a:pPr>
              <a:lnSpc>
                <a:spcPts val="2850"/>
              </a:lnSpc>
            </a:pPr>
            <a:r>
              <a:rPr lang="en-US" dirty="0">
                <a:latin typeface="Arial Nova Cond" panose="020B0506020202020204" pitchFamily="34" charset="0"/>
              </a:rPr>
              <a:t>Retaining existing customers costs far less than acquiring new ones, making churn prediction a strategic priority in banking (Singh &amp; Anik, 2023; </a:t>
            </a:r>
            <a:r>
              <a:rPr lang="en-US" dirty="0" err="1">
                <a:latin typeface="Arial Nova Cond" panose="020B0506020202020204" pitchFamily="34" charset="0"/>
              </a:rPr>
              <a:t>Datrics</a:t>
            </a:r>
            <a:r>
              <a:rPr lang="en-US" dirty="0">
                <a:latin typeface="Arial Nova Cond" panose="020B0506020202020204" pitchFamily="34" charset="0"/>
              </a:rPr>
              <a:t> AI, 2023).</a:t>
            </a:r>
          </a:p>
          <a:p>
            <a:pPr marL="0" indent="0">
              <a:lnSpc>
                <a:spcPts val="2850"/>
              </a:lnSpc>
              <a:buNone/>
            </a:pPr>
            <a:endParaRPr lang="en-US" dirty="0">
              <a:latin typeface="Arial Nova Cond" panose="020B0506020202020204" pitchFamily="34" charset="0"/>
            </a:endParaRPr>
          </a:p>
        </p:txBody>
      </p:sp>
      <p:sp>
        <p:nvSpPr>
          <p:cNvPr id="6" name="Text 4"/>
          <p:cNvSpPr/>
          <p:nvPr/>
        </p:nvSpPr>
        <p:spPr>
          <a:xfrm>
            <a:off x="5332928" y="2067709"/>
            <a:ext cx="3371850" cy="389930"/>
          </a:xfrm>
          <a:prstGeom prst="rect">
            <a:avLst/>
          </a:prstGeom>
          <a:noFill/>
          <a:ln/>
        </p:spPr>
        <p:txBody>
          <a:bodyPr wrap="none" lIns="0" tIns="0" rIns="0" bIns="0" rtlCol="0" anchor="t"/>
          <a:lstStyle/>
          <a:p>
            <a:pPr marL="0" indent="0">
              <a:lnSpc>
                <a:spcPts val="3050"/>
              </a:lnSpc>
              <a:buNone/>
            </a:pPr>
            <a:r>
              <a:rPr lang="en-US" sz="2450" b="1" kern="0" spc="-49" dirty="0">
                <a:solidFill>
                  <a:srgbClr val="F95F88"/>
                </a:solidFill>
                <a:latin typeface="Arial Nova Cond" panose="020B0506020202020204" pitchFamily="34" charset="0"/>
                <a:ea typeface="Petrona Bold" pitchFamily="34" charset="-122"/>
                <a:cs typeface="Petrona Bold" pitchFamily="34" charset="-120"/>
              </a:rPr>
              <a:t>Challenges in Prediction</a:t>
            </a:r>
            <a:endParaRPr lang="en-US" sz="2450" dirty="0">
              <a:latin typeface="Arial Nova Cond" panose="020B0506020202020204" pitchFamily="34" charset="0"/>
            </a:endParaRPr>
          </a:p>
        </p:txBody>
      </p:sp>
      <p:sp>
        <p:nvSpPr>
          <p:cNvPr id="7" name="Text 5"/>
          <p:cNvSpPr/>
          <p:nvPr/>
        </p:nvSpPr>
        <p:spPr>
          <a:xfrm>
            <a:off x="5326142" y="2672127"/>
            <a:ext cx="3978116" cy="5557473"/>
          </a:xfrm>
          <a:prstGeom prst="rect">
            <a:avLst/>
          </a:prstGeom>
          <a:noFill/>
          <a:ln/>
        </p:spPr>
        <p:txBody>
          <a:bodyPr wrap="square" lIns="0" tIns="0" rIns="0" bIns="0" rtlCol="0" anchor="t"/>
          <a:lstStyle/>
          <a:p>
            <a:pPr>
              <a:lnSpc>
                <a:spcPts val="2850"/>
              </a:lnSpc>
            </a:pPr>
            <a:r>
              <a:rPr lang="en-US" dirty="0">
                <a:latin typeface="Arial Nova Cond" panose="020B0506020202020204" pitchFamily="34" charset="0"/>
              </a:rPr>
              <a:t>Rule-based and manual monitoring systems are reactive and don’t scale, often predicting churn only after it occurs (Michael, 2024; Tran, 2023).</a:t>
            </a:r>
            <a:br>
              <a:rPr lang="en-US" dirty="0">
                <a:latin typeface="Arial Nova Cond" panose="020B0506020202020204" pitchFamily="34" charset="0"/>
              </a:rPr>
            </a:br>
            <a:endParaRPr lang="en-US" dirty="0">
              <a:latin typeface="Arial Nova Cond" panose="020B0506020202020204" pitchFamily="34" charset="0"/>
            </a:endParaRPr>
          </a:p>
        </p:txBody>
      </p:sp>
      <p:sp>
        <p:nvSpPr>
          <p:cNvPr id="9" name="Text 7"/>
          <p:cNvSpPr/>
          <p:nvPr/>
        </p:nvSpPr>
        <p:spPr>
          <a:xfrm>
            <a:off x="9872066" y="2109848"/>
            <a:ext cx="4584713" cy="779859"/>
          </a:xfrm>
          <a:prstGeom prst="rect">
            <a:avLst/>
          </a:prstGeom>
          <a:noFill/>
          <a:ln/>
        </p:spPr>
        <p:txBody>
          <a:bodyPr wrap="square" lIns="0" tIns="0" rIns="0" bIns="0" rtlCol="0" anchor="t"/>
          <a:lstStyle/>
          <a:p>
            <a:pPr marL="0" indent="0">
              <a:lnSpc>
                <a:spcPts val="3050"/>
              </a:lnSpc>
              <a:buNone/>
            </a:pPr>
            <a:r>
              <a:rPr lang="en-US" sz="2450" b="1" kern="0" spc="-49" dirty="0">
                <a:solidFill>
                  <a:srgbClr val="F95F88"/>
                </a:solidFill>
                <a:latin typeface="Arial Nova Cond" panose="020B0506020202020204" pitchFamily="34" charset="0"/>
                <a:ea typeface="Petrona Bold" pitchFamily="34" charset="-122"/>
                <a:cs typeface="Petrona Bold" pitchFamily="34" charset="-120"/>
              </a:rPr>
              <a:t>ML Techniques &amp; Gaps Addressed</a:t>
            </a:r>
            <a:endParaRPr lang="en-US" sz="2450" dirty="0">
              <a:latin typeface="Arial Nova Cond" panose="020B0506020202020204" pitchFamily="34" charset="0"/>
            </a:endParaRPr>
          </a:p>
        </p:txBody>
      </p:sp>
      <p:sp>
        <p:nvSpPr>
          <p:cNvPr id="10" name="Text 8"/>
          <p:cNvSpPr/>
          <p:nvPr/>
        </p:nvSpPr>
        <p:spPr>
          <a:xfrm>
            <a:off x="9872066" y="2672127"/>
            <a:ext cx="3978116" cy="4261108"/>
          </a:xfrm>
          <a:prstGeom prst="rect">
            <a:avLst/>
          </a:prstGeom>
          <a:noFill/>
          <a:ln/>
        </p:spPr>
        <p:txBody>
          <a:bodyPr wrap="square" lIns="0" tIns="0" rIns="0" bIns="0" rtlCol="0" anchor="t"/>
          <a:lstStyle/>
          <a:p>
            <a:pPr marL="0" indent="0">
              <a:lnSpc>
                <a:spcPts val="2850"/>
              </a:lnSpc>
              <a:buNone/>
            </a:pPr>
            <a:endParaRPr lang="en-US" dirty="0">
              <a:latin typeface="Arial Nova Cond" panose="020B0506020202020204" pitchFamily="34" charset="0"/>
            </a:endParaRPr>
          </a:p>
        </p:txBody>
      </p:sp>
      <p:sp>
        <p:nvSpPr>
          <p:cNvPr id="11" name="Text 9"/>
          <p:cNvSpPr/>
          <p:nvPr/>
        </p:nvSpPr>
        <p:spPr>
          <a:xfrm>
            <a:off x="9872066" y="2748518"/>
            <a:ext cx="3978116" cy="3432363"/>
          </a:xfrm>
          <a:prstGeom prst="rect">
            <a:avLst/>
          </a:prstGeom>
          <a:noFill/>
          <a:ln/>
        </p:spPr>
        <p:txBody>
          <a:bodyPr wrap="square" lIns="0" tIns="0" rIns="0" bIns="0" rtlCol="0" anchor="t"/>
          <a:lstStyle/>
          <a:p>
            <a:pPr marL="0" indent="0">
              <a:lnSpc>
                <a:spcPts val="2850"/>
              </a:lnSpc>
              <a:buNone/>
            </a:pPr>
            <a:r>
              <a:rPr lang="en-US" kern="0" spc="-36" dirty="0">
                <a:solidFill>
                  <a:srgbClr val="272525"/>
                </a:solidFill>
                <a:latin typeface="Arial Nova Cond" panose="020B0506020202020204" pitchFamily="34" charset="0"/>
                <a:ea typeface="Inter" pitchFamily="34" charset="-122"/>
                <a:cs typeface="Inter" pitchFamily="34" charset="-120"/>
              </a:rPr>
              <a:t>Logistic Regression offers simplicity &amp; transparency. (Hoang Tran, 2023)</a:t>
            </a:r>
            <a:br>
              <a:rPr lang="en-US" kern="0" spc="-36" dirty="0">
                <a:solidFill>
                  <a:srgbClr val="272525"/>
                </a:solidFill>
                <a:latin typeface="Arial Nova Cond" panose="020B0506020202020204" pitchFamily="34" charset="0"/>
                <a:ea typeface="Inter" pitchFamily="34" charset="-122"/>
                <a:cs typeface="Inter" pitchFamily="34" charset="-120"/>
              </a:rPr>
            </a:br>
            <a:endParaRPr lang="en-US" kern="0" spc="-36" dirty="0">
              <a:solidFill>
                <a:srgbClr val="272525"/>
              </a:solidFill>
              <a:latin typeface="Arial Nova Cond" panose="020B0506020202020204" pitchFamily="34" charset="0"/>
              <a:ea typeface="Inter" pitchFamily="34" charset="-122"/>
              <a:cs typeface="Inter" pitchFamily="34" charset="-120"/>
            </a:endParaRPr>
          </a:p>
          <a:p>
            <a:pPr>
              <a:lnSpc>
                <a:spcPts val="2850"/>
              </a:lnSpc>
            </a:pPr>
            <a:r>
              <a:rPr lang="en-US" dirty="0">
                <a:latin typeface="Arial Nova Cond" panose="020B0506020202020204" pitchFamily="34" charset="0"/>
              </a:rPr>
              <a:t>Ensemble models like Random Forest and Gradient Boosting improve predictive accuracy but lack transparency, hindering stakeholder trust (Malit, 2018; Papierski, 2023).</a:t>
            </a:r>
          </a:p>
          <a:p>
            <a:pPr marL="0" indent="0">
              <a:lnSpc>
                <a:spcPts val="2850"/>
              </a:lnSpc>
              <a:buNone/>
            </a:pPr>
            <a:endParaRPr lang="en-US" dirty="0">
              <a:latin typeface="Arial Nova Cond" panose="020B0506020202020204" pitchFamily="34" charset="0"/>
            </a:endParaRPr>
          </a:p>
        </p:txBody>
      </p:sp>
      <p:pic>
        <p:nvPicPr>
          <p:cNvPr id="8" name="Picture 2">
            <a:extLst>
              <a:ext uri="{FF2B5EF4-FFF2-40B4-BE49-F238E27FC236}">
                <a16:creationId xmlns:a16="http://schemas.microsoft.com/office/drawing/2014/main" id="{95F875CC-E4A5-0DEC-CB8A-80801DDECFB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2075" t="5175" r="31076" b="5528"/>
          <a:stretch/>
        </p:blipFill>
        <p:spPr bwMode="auto">
          <a:xfrm>
            <a:off x="13781336" y="7212330"/>
            <a:ext cx="608855" cy="91188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780514"/>
            <a:ext cx="6237684" cy="779621"/>
          </a:xfrm>
          <a:prstGeom prst="rect">
            <a:avLst/>
          </a:prstGeom>
          <a:noFill/>
          <a:ln/>
        </p:spPr>
        <p:txBody>
          <a:bodyPr wrap="none" lIns="0" tIns="0" rIns="0" bIns="0" rtlCol="0" anchor="t"/>
          <a:lstStyle/>
          <a:p>
            <a:pPr marL="0" indent="0">
              <a:lnSpc>
                <a:spcPts val="6100"/>
              </a:lnSpc>
              <a:buNone/>
            </a:pPr>
            <a:r>
              <a:rPr lang="en-US" sz="4900" b="1" kern="0" spc="-98" dirty="0">
                <a:solidFill>
                  <a:srgbClr val="F95F88"/>
                </a:solidFill>
                <a:latin typeface="Arial Nova Cond" panose="020B0506020202020204" pitchFamily="34" charset="0"/>
                <a:ea typeface="Petrona Bold" pitchFamily="34" charset="-122"/>
                <a:cs typeface="Petrona Bold" pitchFamily="34" charset="-120"/>
              </a:rPr>
              <a:t>Methodology</a:t>
            </a:r>
            <a:endParaRPr lang="en-US" sz="4900" dirty="0">
              <a:latin typeface="Arial Nova Cond" panose="020B0506020202020204" pitchFamily="34" charset="0"/>
            </a:endParaRPr>
          </a:p>
        </p:txBody>
      </p:sp>
      <p:sp>
        <p:nvSpPr>
          <p:cNvPr id="4" name="Shape 1"/>
          <p:cNvSpPr/>
          <p:nvPr/>
        </p:nvSpPr>
        <p:spPr>
          <a:xfrm>
            <a:off x="789980" y="2228135"/>
            <a:ext cx="3664863" cy="2391281"/>
          </a:xfrm>
          <a:prstGeom prst="roundRect">
            <a:avLst>
              <a:gd name="adj" fmla="val 5537"/>
            </a:avLst>
          </a:prstGeom>
          <a:solidFill>
            <a:srgbClr val="E0D7F4"/>
          </a:solidFill>
          <a:ln w="7620">
            <a:solidFill>
              <a:srgbClr val="C6BDDA"/>
            </a:solidFill>
            <a:prstDash val="solid"/>
          </a:ln>
        </p:spPr>
        <p:txBody>
          <a:bodyPr/>
          <a:lstStyle/>
          <a:p>
            <a:endParaRPr lang="en-US" dirty="0"/>
          </a:p>
        </p:txBody>
      </p:sp>
      <p:sp>
        <p:nvSpPr>
          <p:cNvPr id="5" name="Text 2"/>
          <p:cNvSpPr/>
          <p:nvPr/>
        </p:nvSpPr>
        <p:spPr>
          <a:xfrm>
            <a:off x="1028224" y="2462570"/>
            <a:ext cx="3118842" cy="389930"/>
          </a:xfrm>
          <a:prstGeom prst="rect">
            <a:avLst/>
          </a:prstGeom>
          <a:noFill/>
          <a:ln/>
        </p:spPr>
        <p:txBody>
          <a:bodyPr wrap="none" lIns="0" tIns="0" rIns="0" bIns="0" rtlCol="0" anchor="t"/>
          <a:lstStyle/>
          <a:p>
            <a:pPr marL="0" indent="0">
              <a:lnSpc>
                <a:spcPts val="3050"/>
              </a:lnSpc>
              <a:buNone/>
            </a:pPr>
            <a:r>
              <a:rPr lang="en-US" sz="2450" b="1" kern="0" spc="-49" dirty="0">
                <a:solidFill>
                  <a:srgbClr val="272525"/>
                </a:solidFill>
                <a:latin typeface="Arial Nova Cond" panose="020B0506020202020204" pitchFamily="34" charset="0"/>
                <a:ea typeface="Petrona Bold" pitchFamily="34" charset="-122"/>
                <a:cs typeface="Petrona Bold" pitchFamily="34" charset="-120"/>
              </a:rPr>
              <a:t>Dataset &amp; Segmentation</a:t>
            </a:r>
            <a:endParaRPr lang="en-US" sz="2450" dirty="0">
              <a:latin typeface="Arial Nova Cond" panose="020B0506020202020204" pitchFamily="34" charset="0"/>
            </a:endParaRPr>
          </a:p>
        </p:txBody>
      </p:sp>
      <p:sp>
        <p:nvSpPr>
          <p:cNvPr id="6" name="Text 3"/>
          <p:cNvSpPr/>
          <p:nvPr/>
        </p:nvSpPr>
        <p:spPr>
          <a:xfrm>
            <a:off x="963664" y="2919764"/>
            <a:ext cx="2928134" cy="2149947"/>
          </a:xfrm>
          <a:prstGeom prst="rect">
            <a:avLst/>
          </a:prstGeom>
          <a:noFill/>
          <a:ln/>
        </p:spPr>
        <p:txBody>
          <a:bodyPr wrap="square" lIns="0" tIns="0" rIns="0" bIns="0" rtlCol="0" anchor="t"/>
          <a:lstStyle/>
          <a:p>
            <a:pPr>
              <a:lnSpc>
                <a:spcPts val="2850"/>
              </a:lnSpc>
            </a:pPr>
            <a:r>
              <a:rPr lang="en-US" kern="0" spc="-36" dirty="0">
                <a:solidFill>
                  <a:srgbClr val="272525"/>
                </a:solidFill>
                <a:latin typeface="Arial Nova Cond" panose="020B0506020202020204" pitchFamily="34" charset="0"/>
                <a:ea typeface="Inter" pitchFamily="34" charset="-122"/>
                <a:cs typeface="Inter" pitchFamily="34" charset="-120"/>
              </a:rPr>
              <a:t>Bank Customer Churn Dataset (Kaggle).</a:t>
            </a:r>
            <a:br>
              <a:rPr lang="en-US" kern="0" spc="-36" dirty="0">
                <a:solidFill>
                  <a:srgbClr val="272525"/>
                </a:solidFill>
                <a:latin typeface="Arial Nova Cond" panose="020B0506020202020204" pitchFamily="34" charset="0"/>
                <a:ea typeface="Inter" pitchFamily="34" charset="-122"/>
                <a:cs typeface="Inter" pitchFamily="34" charset="-120"/>
              </a:rPr>
            </a:br>
            <a:r>
              <a:rPr lang="en-US" sz="1800" dirty="0">
                <a:solidFill>
                  <a:srgbClr val="272525"/>
                </a:solidFill>
                <a:latin typeface="Arial Nova Cond" panose="020B0506020202020204" pitchFamily="34" charset="0"/>
                <a:ea typeface="Inter" pitchFamily="34" charset="-122"/>
                <a:cs typeface="Inter" pitchFamily="34" charset="-120"/>
              </a:rPr>
              <a:t>HNW defined as ≥$100k salary; Regular under $100k.</a:t>
            </a:r>
            <a:endParaRPr lang="en-US" sz="1800" dirty="0">
              <a:latin typeface="Arial Nova Cond" panose="020B0506020202020204" pitchFamily="34" charset="0"/>
            </a:endParaRPr>
          </a:p>
          <a:p>
            <a:pPr marL="0" indent="0">
              <a:lnSpc>
                <a:spcPts val="2850"/>
              </a:lnSpc>
              <a:buNone/>
            </a:pPr>
            <a:endParaRPr lang="en-US" kern="0" spc="-36" dirty="0">
              <a:solidFill>
                <a:srgbClr val="272525"/>
              </a:solidFill>
              <a:latin typeface="Arial Nova Cond" panose="020B0506020202020204" pitchFamily="34" charset="0"/>
              <a:ea typeface="Inter" pitchFamily="34" charset="-122"/>
              <a:cs typeface="Inter" pitchFamily="34" charset="-120"/>
            </a:endParaRPr>
          </a:p>
          <a:p>
            <a:pPr marL="0" indent="0">
              <a:lnSpc>
                <a:spcPts val="2850"/>
              </a:lnSpc>
              <a:buNone/>
            </a:pPr>
            <a:endParaRPr lang="en-US" kern="0" spc="-36" dirty="0">
              <a:solidFill>
                <a:srgbClr val="272525"/>
              </a:solidFill>
              <a:latin typeface="Arial Nova Cond" panose="020B0506020202020204" pitchFamily="34" charset="0"/>
              <a:ea typeface="Inter" pitchFamily="34" charset="-122"/>
              <a:cs typeface="Inter" pitchFamily="34" charset="-120"/>
            </a:endParaRPr>
          </a:p>
        </p:txBody>
      </p:sp>
      <p:sp>
        <p:nvSpPr>
          <p:cNvPr id="7" name="Shape 4"/>
          <p:cNvSpPr/>
          <p:nvPr/>
        </p:nvSpPr>
        <p:spPr>
          <a:xfrm>
            <a:off x="4685467" y="2228136"/>
            <a:ext cx="3664863" cy="2391280"/>
          </a:xfrm>
          <a:prstGeom prst="roundRect">
            <a:avLst>
              <a:gd name="adj" fmla="val 5537"/>
            </a:avLst>
          </a:prstGeom>
          <a:solidFill>
            <a:srgbClr val="E0D7F4"/>
          </a:solidFill>
          <a:ln w="7620">
            <a:solidFill>
              <a:srgbClr val="C6BDDA"/>
            </a:solidFill>
            <a:prstDash val="solid"/>
          </a:ln>
        </p:spPr>
        <p:txBody>
          <a:bodyPr/>
          <a:lstStyle/>
          <a:p>
            <a:endParaRPr lang="en-US"/>
          </a:p>
        </p:txBody>
      </p:sp>
      <p:sp>
        <p:nvSpPr>
          <p:cNvPr id="8" name="Text 5"/>
          <p:cNvSpPr/>
          <p:nvPr/>
        </p:nvSpPr>
        <p:spPr>
          <a:xfrm>
            <a:off x="4919901" y="2462570"/>
            <a:ext cx="3118842" cy="389930"/>
          </a:xfrm>
          <a:prstGeom prst="rect">
            <a:avLst/>
          </a:prstGeom>
          <a:noFill/>
          <a:ln/>
        </p:spPr>
        <p:txBody>
          <a:bodyPr wrap="none" lIns="0" tIns="0" rIns="0" bIns="0" rtlCol="0" anchor="t"/>
          <a:lstStyle/>
          <a:p>
            <a:pPr>
              <a:lnSpc>
                <a:spcPts val="3050"/>
              </a:lnSpc>
            </a:pPr>
            <a:r>
              <a:rPr lang="en-US" sz="2450" b="1" kern="0" spc="-49" dirty="0">
                <a:solidFill>
                  <a:srgbClr val="272525"/>
                </a:solidFill>
                <a:latin typeface="Arial Nova Cond" panose="020B0506020202020204" pitchFamily="34" charset="0"/>
                <a:ea typeface="Petrona Bold" pitchFamily="34" charset="-122"/>
              </a:rPr>
              <a:t>Model Types</a:t>
            </a:r>
          </a:p>
        </p:txBody>
      </p:sp>
      <p:sp>
        <p:nvSpPr>
          <p:cNvPr id="10" name="Shape 7"/>
          <p:cNvSpPr/>
          <p:nvPr/>
        </p:nvSpPr>
        <p:spPr>
          <a:xfrm>
            <a:off x="793790" y="4709279"/>
            <a:ext cx="3664863" cy="2411849"/>
          </a:xfrm>
          <a:prstGeom prst="roundRect">
            <a:avLst>
              <a:gd name="adj" fmla="val 3234"/>
            </a:avLst>
          </a:prstGeom>
          <a:solidFill>
            <a:srgbClr val="E0D7F4"/>
          </a:solidFill>
          <a:ln w="7620">
            <a:solidFill>
              <a:srgbClr val="C6BDDA"/>
            </a:solidFill>
            <a:prstDash val="solid"/>
          </a:ln>
        </p:spPr>
        <p:txBody>
          <a:bodyPr/>
          <a:lstStyle/>
          <a:p>
            <a:endParaRPr lang="en-US"/>
          </a:p>
        </p:txBody>
      </p:sp>
      <p:sp>
        <p:nvSpPr>
          <p:cNvPr id="11" name="Text 8"/>
          <p:cNvSpPr/>
          <p:nvPr/>
        </p:nvSpPr>
        <p:spPr>
          <a:xfrm>
            <a:off x="1028224" y="4927789"/>
            <a:ext cx="3118842" cy="389930"/>
          </a:xfrm>
          <a:prstGeom prst="rect">
            <a:avLst/>
          </a:prstGeom>
          <a:noFill/>
          <a:ln/>
        </p:spPr>
        <p:txBody>
          <a:bodyPr wrap="none" lIns="0" tIns="0" rIns="0" bIns="0" rtlCol="0" anchor="t"/>
          <a:lstStyle/>
          <a:p>
            <a:pPr marL="0" indent="0" algn="l">
              <a:lnSpc>
                <a:spcPts val="3050"/>
              </a:lnSpc>
              <a:buNone/>
            </a:pPr>
            <a:r>
              <a:rPr lang="en-US" sz="2450" b="1" kern="0" spc="-49" dirty="0">
                <a:solidFill>
                  <a:srgbClr val="272525"/>
                </a:solidFill>
                <a:latin typeface="Arial Nova Cond" panose="020B0506020202020204" pitchFamily="34" charset="0"/>
                <a:ea typeface="Petrona Bold" pitchFamily="34" charset="-122"/>
              </a:rPr>
              <a:t>Cost-Sensitive Learning</a:t>
            </a:r>
          </a:p>
        </p:txBody>
      </p:sp>
      <p:sp>
        <p:nvSpPr>
          <p:cNvPr id="12" name="Text 9"/>
          <p:cNvSpPr/>
          <p:nvPr/>
        </p:nvSpPr>
        <p:spPr>
          <a:xfrm>
            <a:off x="1092637" y="5626091"/>
            <a:ext cx="3195995" cy="725805"/>
          </a:xfrm>
          <a:prstGeom prst="rect">
            <a:avLst/>
          </a:prstGeom>
          <a:noFill/>
          <a:ln/>
        </p:spPr>
        <p:txBody>
          <a:bodyPr wrap="square" lIns="0" tIns="0" rIns="0" bIns="0" rtlCol="0" anchor="t"/>
          <a:lstStyle/>
          <a:p>
            <a:pPr>
              <a:lnSpc>
                <a:spcPts val="2850"/>
              </a:lnSpc>
            </a:pPr>
            <a:r>
              <a:rPr lang="en-US" kern="0" spc="-36" dirty="0">
                <a:solidFill>
                  <a:srgbClr val="272525"/>
                </a:solidFill>
                <a:latin typeface="Arial Nova Cond" panose="020B0506020202020204" pitchFamily="34" charset="0"/>
                <a:ea typeface="Inter" pitchFamily="34" charset="-122"/>
                <a:cs typeface="Inter" pitchFamily="34" charset="-120"/>
              </a:rPr>
              <a:t>Class weights set: 0 (non-churn) = 1, 1 (churn) = 3 for balanced cost awareness.</a:t>
            </a:r>
          </a:p>
        </p:txBody>
      </p:sp>
      <p:sp>
        <p:nvSpPr>
          <p:cNvPr id="13" name="Shape 10"/>
          <p:cNvSpPr/>
          <p:nvPr/>
        </p:nvSpPr>
        <p:spPr>
          <a:xfrm>
            <a:off x="4685467" y="4721602"/>
            <a:ext cx="3664863" cy="2399526"/>
          </a:xfrm>
          <a:prstGeom prst="roundRect">
            <a:avLst>
              <a:gd name="adj" fmla="val 3234"/>
            </a:avLst>
          </a:prstGeom>
          <a:solidFill>
            <a:srgbClr val="E0D7F4"/>
          </a:solidFill>
          <a:ln w="7620">
            <a:solidFill>
              <a:srgbClr val="C6BDDA"/>
            </a:solidFill>
            <a:prstDash val="solid"/>
          </a:ln>
        </p:spPr>
        <p:txBody>
          <a:bodyPr/>
          <a:lstStyle/>
          <a:p>
            <a:endParaRPr lang="en-US"/>
          </a:p>
        </p:txBody>
      </p:sp>
      <p:sp>
        <p:nvSpPr>
          <p:cNvPr id="14" name="Text 11"/>
          <p:cNvSpPr/>
          <p:nvPr/>
        </p:nvSpPr>
        <p:spPr>
          <a:xfrm>
            <a:off x="4973181" y="4954550"/>
            <a:ext cx="3118842" cy="389930"/>
          </a:xfrm>
          <a:prstGeom prst="rect">
            <a:avLst/>
          </a:prstGeom>
          <a:noFill/>
          <a:ln/>
        </p:spPr>
        <p:txBody>
          <a:bodyPr wrap="none" lIns="0" tIns="0" rIns="0" bIns="0" rtlCol="0" anchor="t"/>
          <a:lstStyle/>
          <a:p>
            <a:pPr marL="0" indent="0" algn="l">
              <a:lnSpc>
                <a:spcPts val="3050"/>
              </a:lnSpc>
              <a:buNone/>
            </a:pPr>
            <a:r>
              <a:rPr lang="en-US" sz="2450" b="1" kern="0" spc="-49" dirty="0">
                <a:solidFill>
                  <a:srgbClr val="272525"/>
                </a:solidFill>
                <a:latin typeface="Arial Nova Cond" panose="020B0506020202020204" pitchFamily="34" charset="0"/>
                <a:ea typeface="Petrona Bold" pitchFamily="34" charset="-122"/>
              </a:rPr>
              <a:t>Outcome</a:t>
            </a:r>
          </a:p>
        </p:txBody>
      </p:sp>
      <p:sp>
        <p:nvSpPr>
          <p:cNvPr id="15" name="Text 12"/>
          <p:cNvSpPr/>
          <p:nvPr/>
        </p:nvSpPr>
        <p:spPr>
          <a:xfrm>
            <a:off x="4973181" y="5597664"/>
            <a:ext cx="3195995" cy="725805"/>
          </a:xfrm>
          <a:prstGeom prst="rect">
            <a:avLst/>
          </a:prstGeom>
          <a:noFill/>
          <a:ln/>
        </p:spPr>
        <p:txBody>
          <a:bodyPr wrap="square" lIns="0" tIns="0" rIns="0" bIns="0" rtlCol="0" anchor="t"/>
          <a:lstStyle/>
          <a:p>
            <a:pPr marL="0" indent="0">
              <a:lnSpc>
                <a:spcPts val="2850"/>
              </a:lnSpc>
              <a:buNone/>
            </a:pPr>
            <a:r>
              <a:rPr lang="en-US" kern="0" spc="-36" dirty="0">
                <a:solidFill>
                  <a:srgbClr val="272525"/>
                </a:solidFill>
                <a:latin typeface="Arial Nova Cond" panose="020B0506020202020204" pitchFamily="34" charset="0"/>
                <a:ea typeface="Inter" pitchFamily="34" charset="-122"/>
                <a:cs typeface="Inter" pitchFamily="34" charset="-120"/>
              </a:rPr>
              <a:t>Churn risk scoring system categorizing customers as High, Medium, or Low risk</a:t>
            </a:r>
            <a:br>
              <a:rPr lang="en-US" kern="0" spc="-36" dirty="0">
                <a:solidFill>
                  <a:srgbClr val="272525"/>
                </a:solidFill>
                <a:latin typeface="Arial Nova Cond" panose="020B0506020202020204" pitchFamily="34" charset="0"/>
                <a:ea typeface="Inter" pitchFamily="34" charset="-122"/>
                <a:cs typeface="Inter" pitchFamily="34" charset="-120"/>
              </a:rPr>
            </a:br>
            <a:endParaRPr lang="en-US" kern="0" spc="-36" dirty="0">
              <a:solidFill>
                <a:srgbClr val="272525"/>
              </a:solidFill>
              <a:latin typeface="Arial Nova Cond" panose="020B0506020202020204" pitchFamily="34" charset="0"/>
              <a:ea typeface="Inter" pitchFamily="34" charset="-122"/>
              <a:cs typeface="Inter" pitchFamily="34" charset="-120"/>
            </a:endParaRPr>
          </a:p>
        </p:txBody>
      </p:sp>
      <p:sp>
        <p:nvSpPr>
          <p:cNvPr id="19" name="Text 5">
            <a:extLst>
              <a:ext uri="{FF2B5EF4-FFF2-40B4-BE49-F238E27FC236}">
                <a16:creationId xmlns:a16="http://schemas.microsoft.com/office/drawing/2014/main" id="{DF5C867D-7612-A788-A688-9BFA0F674E7D}"/>
              </a:ext>
            </a:extLst>
          </p:cNvPr>
          <p:cNvSpPr/>
          <p:nvPr/>
        </p:nvSpPr>
        <p:spPr>
          <a:xfrm>
            <a:off x="4836795" y="2969478"/>
            <a:ext cx="2845594" cy="1498940"/>
          </a:xfrm>
          <a:prstGeom prst="rect">
            <a:avLst/>
          </a:prstGeom>
          <a:noFill/>
          <a:ln/>
        </p:spPr>
        <p:txBody>
          <a:bodyPr wrap="none" lIns="0" tIns="0" rIns="0" bIns="0" rtlCol="0" anchor="t"/>
          <a:lstStyle/>
          <a:p>
            <a:pPr indent="-342900">
              <a:lnSpc>
                <a:spcPts val="2850"/>
              </a:lnSpc>
              <a:buSzPct val="100000"/>
              <a:buFont typeface="Wingdings" panose="05000000000000000000" pitchFamily="2" charset="2"/>
              <a:buChar char="§"/>
            </a:pPr>
            <a:r>
              <a:rPr lang="en-US" kern="0" spc="-36" dirty="0">
                <a:solidFill>
                  <a:srgbClr val="272525"/>
                </a:solidFill>
                <a:latin typeface="Arial Nova Cond" panose="020B0506020202020204" pitchFamily="34" charset="0"/>
                <a:ea typeface="Inter" pitchFamily="34" charset="-122"/>
                <a:cs typeface="Inter" pitchFamily="34" charset="-120"/>
              </a:rPr>
              <a:t>Logistic Regression</a:t>
            </a:r>
          </a:p>
          <a:p>
            <a:pPr indent="-342900">
              <a:lnSpc>
                <a:spcPts val="2850"/>
              </a:lnSpc>
              <a:buSzPct val="100000"/>
              <a:buFont typeface="Wingdings" panose="05000000000000000000" pitchFamily="2" charset="2"/>
              <a:buChar char="§"/>
            </a:pPr>
            <a:r>
              <a:rPr lang="en-US" kern="0" spc="-36" dirty="0">
                <a:solidFill>
                  <a:srgbClr val="272525"/>
                </a:solidFill>
                <a:latin typeface="Arial Nova Cond" panose="020B0506020202020204" pitchFamily="34" charset="0"/>
                <a:ea typeface="Inter" pitchFamily="34" charset="-122"/>
                <a:cs typeface="Inter" pitchFamily="34" charset="-120"/>
              </a:rPr>
              <a:t>Decision Tree</a:t>
            </a:r>
          </a:p>
          <a:p>
            <a:pPr indent="-342900">
              <a:lnSpc>
                <a:spcPts val="2850"/>
              </a:lnSpc>
              <a:buSzPct val="100000"/>
              <a:buFont typeface="Wingdings" panose="05000000000000000000" pitchFamily="2" charset="2"/>
              <a:buChar char="§"/>
            </a:pPr>
            <a:r>
              <a:rPr lang="en-US" kern="0" spc="-36" dirty="0">
                <a:solidFill>
                  <a:srgbClr val="272525"/>
                </a:solidFill>
                <a:latin typeface="Arial Nova Cond" panose="020B0506020202020204" pitchFamily="34" charset="0"/>
                <a:ea typeface="Inter" pitchFamily="34" charset="-122"/>
                <a:cs typeface="Inter" pitchFamily="34" charset="-120"/>
              </a:rPr>
              <a:t>Random Forest</a:t>
            </a:r>
          </a:p>
          <a:p>
            <a:pPr indent="-342900">
              <a:lnSpc>
                <a:spcPts val="2850"/>
              </a:lnSpc>
              <a:buSzPct val="100000"/>
              <a:buFont typeface="Wingdings" panose="05000000000000000000" pitchFamily="2" charset="2"/>
              <a:buChar char="§"/>
            </a:pPr>
            <a:r>
              <a:rPr lang="en-US" kern="0" spc="-36" dirty="0">
                <a:solidFill>
                  <a:srgbClr val="272525"/>
                </a:solidFill>
                <a:latin typeface="Arial Nova Cond" panose="020B0506020202020204" pitchFamily="34" charset="0"/>
                <a:ea typeface="Inter" pitchFamily="34" charset="-122"/>
                <a:cs typeface="Inter" pitchFamily="34" charset="-120"/>
              </a:rPr>
              <a:t>Gradient Boosting</a:t>
            </a:r>
          </a:p>
          <a:p>
            <a:pPr indent="-342900">
              <a:lnSpc>
                <a:spcPts val="2850"/>
              </a:lnSpc>
              <a:buSzPct val="100000"/>
              <a:buFont typeface="Wingdings" panose="05000000000000000000" pitchFamily="2" charset="2"/>
              <a:buChar char="§"/>
            </a:pPr>
            <a:endParaRPr lang="en-US" kern="0" spc="-36" dirty="0">
              <a:solidFill>
                <a:srgbClr val="272525"/>
              </a:solidFill>
              <a:latin typeface="Arial Nova Cond" panose="020B0506020202020204" pitchFamily="34" charset="0"/>
              <a:ea typeface="Inter" pitchFamily="34" charset="-122"/>
              <a:cs typeface="Inter" pitchFamily="34" charset="-120"/>
            </a:endParaRPr>
          </a:p>
          <a:p>
            <a:pPr indent="-342900">
              <a:lnSpc>
                <a:spcPts val="2850"/>
              </a:lnSpc>
              <a:buSzPct val="100000"/>
              <a:buFont typeface="Wingdings" panose="05000000000000000000" pitchFamily="2" charset="2"/>
              <a:buChar char="§"/>
            </a:pPr>
            <a:endParaRPr lang="en-US" kern="0" spc="-36" dirty="0">
              <a:solidFill>
                <a:srgbClr val="272525"/>
              </a:solidFill>
              <a:latin typeface="Arial Nova Cond" panose="020B0506020202020204" pitchFamily="34" charset="0"/>
              <a:ea typeface="Inter" pitchFamily="34" charset="-122"/>
              <a:cs typeface="Inter" pitchFamily="34" charset="-120"/>
            </a:endParaRPr>
          </a:p>
          <a:p>
            <a:pPr indent="-342900">
              <a:lnSpc>
                <a:spcPts val="2850"/>
              </a:lnSpc>
              <a:buSzPct val="100000"/>
              <a:buFont typeface="Wingdings" panose="05000000000000000000" pitchFamily="2" charset="2"/>
              <a:buChar char="§"/>
            </a:pPr>
            <a:endParaRPr lang="en-US" kern="0" spc="-36" dirty="0">
              <a:solidFill>
                <a:srgbClr val="272525"/>
              </a:solidFill>
              <a:latin typeface="Arial Nova Cond" panose="020B0506020202020204" pitchFamily="34" charset="0"/>
              <a:ea typeface="Inter" pitchFamily="34" charset="-122"/>
              <a:cs typeface="Inter" pitchFamily="34" charset="-120"/>
            </a:endParaRPr>
          </a:p>
          <a:p>
            <a:pPr marL="285750" indent="-285750">
              <a:lnSpc>
                <a:spcPts val="2850"/>
              </a:lnSpc>
              <a:buSzPct val="100000"/>
              <a:buFont typeface="Wingdings" panose="05000000000000000000" pitchFamily="2" charset="2"/>
              <a:buChar char="§"/>
            </a:pPr>
            <a:endParaRPr lang="en-US" kern="0" spc="-36" dirty="0">
              <a:solidFill>
                <a:srgbClr val="272525"/>
              </a:solidFill>
              <a:latin typeface="Arial Nova Cond" panose="020B0506020202020204" pitchFamily="34" charset="0"/>
              <a:ea typeface="Inter" pitchFamily="34" charset="-122"/>
              <a:cs typeface="Inter" pitchFamily="34" charset="-12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name="Slide 6">
    <p:spTree>
      <p:nvGrpSpPr>
        <p:cNvPr id="1" name=""/>
        <p:cNvGrpSpPr/>
        <p:nvPr/>
      </p:nvGrpSpPr>
      <p:grpSpPr>
        <a:xfrm>
          <a:off x="0" y="0"/>
          <a:ext cx="0" cy="0"/>
          <a:chOff x="0" y="0"/>
          <a:chExt cx="0" cy="0"/>
        </a:xfrm>
      </p:grpSpPr>
      <p:sp>
        <p:nvSpPr>
          <p:cNvPr id="2" name="Text 0"/>
          <p:cNvSpPr/>
          <p:nvPr/>
        </p:nvSpPr>
        <p:spPr>
          <a:xfrm>
            <a:off x="406292" y="198279"/>
            <a:ext cx="10551081" cy="779621"/>
          </a:xfrm>
          <a:prstGeom prst="rect">
            <a:avLst/>
          </a:prstGeom>
          <a:noFill/>
          <a:ln/>
        </p:spPr>
        <p:txBody>
          <a:bodyPr wrap="none" lIns="0" tIns="0" rIns="0" bIns="0" rtlCol="0" anchor="t"/>
          <a:lstStyle/>
          <a:p>
            <a:pPr marL="0" indent="0" algn="l">
              <a:lnSpc>
                <a:spcPts val="6100"/>
              </a:lnSpc>
              <a:buNone/>
            </a:pPr>
            <a:r>
              <a:rPr lang="en-US" sz="4900" b="1" dirty="0">
                <a:solidFill>
                  <a:srgbClr val="F95F88"/>
                </a:solidFill>
                <a:latin typeface="Arial Nova Cond" panose="020B0506020202020204" pitchFamily="34" charset="0"/>
                <a:ea typeface="Petrona Bold" pitchFamily="34" charset="-122"/>
                <a:cs typeface="Petrona Bold" pitchFamily="34" charset="-120"/>
              </a:rPr>
              <a:t>Exploratory Data Analysis (EDA)</a:t>
            </a:r>
            <a:endParaRPr lang="en-US" sz="4900" dirty="0">
              <a:latin typeface="Arial Nova Cond" panose="020B0506020202020204" pitchFamily="34" charset="0"/>
            </a:endParaRPr>
          </a:p>
        </p:txBody>
      </p:sp>
      <p:sp>
        <p:nvSpPr>
          <p:cNvPr id="7" name="Text 3"/>
          <p:cNvSpPr/>
          <p:nvPr/>
        </p:nvSpPr>
        <p:spPr>
          <a:xfrm>
            <a:off x="793790" y="6049089"/>
            <a:ext cx="13042821" cy="362903"/>
          </a:xfrm>
          <a:prstGeom prst="rect">
            <a:avLst/>
          </a:prstGeom>
          <a:noFill/>
          <a:ln/>
        </p:spPr>
        <p:txBody>
          <a:bodyPr wrap="none" lIns="0" tIns="0" rIns="0" bIns="0" rtlCol="0" anchor="t"/>
          <a:lstStyle/>
          <a:p>
            <a:pPr marL="0" indent="0">
              <a:lnSpc>
                <a:spcPts val="2850"/>
              </a:lnSpc>
              <a:buNone/>
            </a:pPr>
            <a:endParaRPr lang="en-US" sz="1750" dirty="0">
              <a:latin typeface="Arial Nova Cond" panose="020B0506020202020204" pitchFamily="34" charset="0"/>
            </a:endParaRPr>
          </a:p>
        </p:txBody>
      </p:sp>
      <p:pic>
        <p:nvPicPr>
          <p:cNvPr id="4100" name="Picture 4">
            <a:extLst>
              <a:ext uri="{FF2B5EF4-FFF2-40B4-BE49-F238E27FC236}">
                <a16:creationId xmlns:a16="http://schemas.microsoft.com/office/drawing/2014/main" id="{97DAD41B-6DDE-D1BA-934B-63E629FA30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352" y="1194215"/>
            <a:ext cx="9787264" cy="6474056"/>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a:extLst>
              <a:ext uri="{FF2B5EF4-FFF2-40B4-BE49-F238E27FC236}">
                <a16:creationId xmlns:a16="http://schemas.microsoft.com/office/drawing/2014/main" id="{B2E92268-41CB-F98B-9A22-F86B65FD7E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38615" y="111889"/>
            <a:ext cx="4691785" cy="3106614"/>
          </a:xfrm>
          <a:prstGeom prst="rect">
            <a:avLst/>
          </a:prstGeom>
          <a:noFill/>
          <a:extLst>
            <a:ext uri="{909E8E84-426E-40DD-AFC4-6F175D3DCCD1}">
              <a14:hiddenFill xmlns:a14="http://schemas.microsoft.com/office/drawing/2010/main">
                <a:solidFill>
                  <a:srgbClr val="FFFFFF"/>
                </a:solidFill>
              </a14:hiddenFill>
            </a:ext>
          </a:extLst>
        </p:spPr>
      </p:pic>
      <p:pic>
        <p:nvPicPr>
          <p:cNvPr id="4108" name="Picture 12">
            <a:extLst>
              <a:ext uri="{FF2B5EF4-FFF2-40B4-BE49-F238E27FC236}">
                <a16:creationId xmlns:a16="http://schemas.microsoft.com/office/drawing/2014/main" id="{B08EA571-0550-B490-747A-FFCC33D84E8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21656" y="3191325"/>
            <a:ext cx="4457391" cy="296146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a:extLst>
              <a:ext uri="{FF2B5EF4-FFF2-40B4-BE49-F238E27FC236}">
                <a16:creationId xmlns:a16="http://schemas.microsoft.com/office/drawing/2014/main" id="{486A4739-3867-2301-26A4-A35BC5E38E66}"/>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2075" t="5175" r="31076" b="5528"/>
          <a:stretch/>
        </p:blipFill>
        <p:spPr bwMode="auto">
          <a:xfrm>
            <a:off x="13781336" y="7212330"/>
            <a:ext cx="608855" cy="911882"/>
          </a:xfrm>
          <a:prstGeom prst="rect">
            <a:avLst/>
          </a:prstGeom>
          <a:noFill/>
          <a:extLst>
            <a:ext uri="{909E8E84-426E-40DD-AFC4-6F175D3DCCD1}">
              <a14:hiddenFill xmlns:a14="http://schemas.microsoft.com/office/drawing/2010/main">
                <a:solidFill>
                  <a:srgbClr val="FFFFFF"/>
                </a:solidFill>
              </a14:hiddenFill>
            </a:ext>
          </a:extLst>
        </p:spPr>
      </p:pic>
      <p:sp>
        <p:nvSpPr>
          <p:cNvPr id="11" name="Text 3">
            <a:extLst>
              <a:ext uri="{FF2B5EF4-FFF2-40B4-BE49-F238E27FC236}">
                <a16:creationId xmlns:a16="http://schemas.microsoft.com/office/drawing/2014/main" id="{51B55302-F5AE-9BFC-0E45-8DA3D7410F57}"/>
              </a:ext>
            </a:extLst>
          </p:cNvPr>
          <p:cNvSpPr/>
          <p:nvPr/>
        </p:nvSpPr>
        <p:spPr>
          <a:xfrm>
            <a:off x="7087404" y="6278402"/>
            <a:ext cx="3118842" cy="389930"/>
          </a:xfrm>
          <a:prstGeom prst="rect">
            <a:avLst/>
          </a:prstGeom>
          <a:noFill/>
          <a:ln/>
        </p:spPr>
        <p:txBody>
          <a:bodyPr wrap="none" lIns="0" tIns="0" rIns="0" bIns="0" rtlCol="0" anchor="t"/>
          <a:lstStyle/>
          <a:p>
            <a:pPr marL="0" indent="0" algn="l">
              <a:lnSpc>
                <a:spcPts val="3050"/>
              </a:lnSpc>
              <a:buNone/>
            </a:pPr>
            <a:r>
              <a:rPr lang="en-US" sz="2450" b="1" dirty="0">
                <a:solidFill>
                  <a:srgbClr val="272525"/>
                </a:solidFill>
                <a:latin typeface="Arial Nova Cond" panose="020B0506020202020204" pitchFamily="34" charset="0"/>
                <a:ea typeface="Petrona Bold" pitchFamily="34" charset="-122"/>
                <a:cs typeface="Petrona Bold" pitchFamily="34" charset="-120"/>
              </a:rPr>
              <a:t>Churn Rates</a:t>
            </a:r>
            <a:endParaRPr lang="en-US" sz="2450" dirty="0">
              <a:latin typeface="Arial Nova Cond" panose="020B0506020202020204" pitchFamily="34" charset="0"/>
            </a:endParaRPr>
          </a:p>
        </p:txBody>
      </p:sp>
      <p:sp>
        <p:nvSpPr>
          <p:cNvPr id="12" name="Text 4">
            <a:extLst>
              <a:ext uri="{FF2B5EF4-FFF2-40B4-BE49-F238E27FC236}">
                <a16:creationId xmlns:a16="http://schemas.microsoft.com/office/drawing/2014/main" id="{BF0C99E4-861B-B1DC-9E77-BF4DC4895D7D}"/>
              </a:ext>
            </a:extLst>
          </p:cNvPr>
          <p:cNvSpPr/>
          <p:nvPr/>
        </p:nvSpPr>
        <p:spPr>
          <a:xfrm>
            <a:off x="7064215" y="6719908"/>
            <a:ext cx="3118080"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Arial Nova Cond" panose="020B0506020202020204" pitchFamily="34" charset="0"/>
                <a:ea typeface="Inter" pitchFamily="34" charset="-122"/>
                <a:cs typeface="Inter" pitchFamily="34" charset="-120"/>
              </a:rPr>
              <a:t>Overall churn about 20%. HNW churn slightly higher at 21% than Regular at 19.5%.</a:t>
            </a:r>
            <a:endParaRPr lang="en-US" sz="1750" dirty="0">
              <a:latin typeface="Arial Nova Cond" panose="020B0506020202020204" pitchFamily="34" charset="0"/>
            </a:endParaRPr>
          </a:p>
        </p:txBody>
      </p:sp>
      <p:sp>
        <p:nvSpPr>
          <p:cNvPr id="13" name="Text 6">
            <a:extLst>
              <a:ext uri="{FF2B5EF4-FFF2-40B4-BE49-F238E27FC236}">
                <a16:creationId xmlns:a16="http://schemas.microsoft.com/office/drawing/2014/main" id="{4F485CD6-5424-AFE7-969E-4C493B0AC60E}"/>
              </a:ext>
            </a:extLst>
          </p:cNvPr>
          <p:cNvSpPr/>
          <p:nvPr/>
        </p:nvSpPr>
        <p:spPr>
          <a:xfrm>
            <a:off x="10336497" y="6293621"/>
            <a:ext cx="3137654" cy="389930"/>
          </a:xfrm>
          <a:prstGeom prst="rect">
            <a:avLst/>
          </a:prstGeom>
          <a:noFill/>
          <a:ln/>
        </p:spPr>
        <p:txBody>
          <a:bodyPr wrap="none" lIns="0" tIns="0" rIns="0" bIns="0" rtlCol="0" anchor="t"/>
          <a:lstStyle/>
          <a:p>
            <a:pPr marL="0" indent="0" algn="l">
              <a:lnSpc>
                <a:spcPts val="3050"/>
              </a:lnSpc>
              <a:buNone/>
            </a:pPr>
            <a:r>
              <a:rPr lang="en-US" sz="2450" b="1" dirty="0">
                <a:solidFill>
                  <a:srgbClr val="272525"/>
                </a:solidFill>
                <a:latin typeface="Arial Nova Cond" panose="020B0506020202020204" pitchFamily="34" charset="0"/>
                <a:ea typeface="Petrona Bold" pitchFamily="34" charset="-122"/>
                <a:cs typeface="Petrona Bold" pitchFamily="34" charset="-120"/>
              </a:rPr>
              <a:t>Key Drivers Identified</a:t>
            </a:r>
            <a:endParaRPr lang="en-US" sz="2450" dirty="0">
              <a:latin typeface="Arial Nova Cond" panose="020B0506020202020204" pitchFamily="34" charset="0"/>
            </a:endParaRPr>
          </a:p>
        </p:txBody>
      </p:sp>
      <p:sp>
        <p:nvSpPr>
          <p:cNvPr id="14" name="Text 7">
            <a:extLst>
              <a:ext uri="{FF2B5EF4-FFF2-40B4-BE49-F238E27FC236}">
                <a16:creationId xmlns:a16="http://schemas.microsoft.com/office/drawing/2014/main" id="{55DD66C5-3721-6826-3F7B-5A3BD53CD037}"/>
              </a:ext>
            </a:extLst>
          </p:cNvPr>
          <p:cNvSpPr/>
          <p:nvPr/>
        </p:nvSpPr>
        <p:spPr>
          <a:xfrm>
            <a:off x="10336497" y="6781283"/>
            <a:ext cx="3290637"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Arial Nova Cond" panose="020B0506020202020204" pitchFamily="34" charset="0"/>
                <a:ea typeface="Inter" pitchFamily="34" charset="-122"/>
                <a:cs typeface="Inter" pitchFamily="34" charset="-120"/>
              </a:rPr>
              <a:t>Tenure less than 3 years, single product usage, female customers exhibit higher churn.</a:t>
            </a:r>
            <a:endParaRPr lang="en-US" sz="1750" dirty="0">
              <a:latin typeface="Arial Nova Cond" panose="020B0506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0"/>
          <p:cNvSpPr/>
          <p:nvPr/>
        </p:nvSpPr>
        <p:spPr>
          <a:xfrm>
            <a:off x="760690" y="1031915"/>
            <a:ext cx="5799177" cy="485537"/>
          </a:xfrm>
          <a:prstGeom prst="rect">
            <a:avLst/>
          </a:prstGeom>
          <a:noFill/>
          <a:ln/>
        </p:spPr>
        <p:txBody>
          <a:bodyPr wrap="none" lIns="0" tIns="0" rIns="0" bIns="0" rtlCol="0" anchor="t"/>
          <a:lstStyle/>
          <a:p>
            <a:pPr marL="0" indent="0" algn="l">
              <a:lnSpc>
                <a:spcPts val="3800"/>
              </a:lnSpc>
              <a:buNone/>
            </a:pPr>
            <a:r>
              <a:rPr lang="en-US" sz="4900" b="1" dirty="0">
                <a:solidFill>
                  <a:srgbClr val="F95F88"/>
                </a:solidFill>
                <a:latin typeface="Arial Nova Cond" panose="020B0506020202020204" pitchFamily="34" charset="0"/>
                <a:ea typeface="Petrona Bold" pitchFamily="34" charset="-122"/>
                <a:cs typeface="Petrona Bold" pitchFamily="34" charset="-120"/>
              </a:rPr>
              <a:t>Model Performance Comparison</a:t>
            </a:r>
            <a:endParaRPr lang="en-US" sz="4900" dirty="0">
              <a:latin typeface="Arial Nova Cond" panose="020B0506020202020204" pitchFamily="34" charset="0"/>
            </a:endParaRPr>
          </a:p>
        </p:txBody>
      </p:sp>
      <p:sp>
        <p:nvSpPr>
          <p:cNvPr id="3" name="Text 1"/>
          <p:cNvSpPr/>
          <p:nvPr/>
        </p:nvSpPr>
        <p:spPr>
          <a:xfrm>
            <a:off x="760690" y="1799987"/>
            <a:ext cx="13109019" cy="226100"/>
          </a:xfrm>
          <a:prstGeom prst="rect">
            <a:avLst/>
          </a:prstGeom>
          <a:noFill/>
          <a:ln/>
        </p:spPr>
        <p:txBody>
          <a:bodyPr wrap="none" lIns="0" tIns="0" rIns="0" bIns="0" rtlCol="0" anchor="t"/>
          <a:lstStyle/>
          <a:p>
            <a:pPr marL="0" indent="0" algn="l">
              <a:lnSpc>
                <a:spcPts val="1750"/>
              </a:lnSpc>
              <a:buNone/>
            </a:pPr>
            <a:endParaRPr lang="en-US" sz="1100" dirty="0">
              <a:latin typeface="Arial Nova Cond" panose="020B0506020202020204" pitchFamily="34" charset="0"/>
            </a:endParaRPr>
          </a:p>
        </p:txBody>
      </p:sp>
      <p:sp>
        <p:nvSpPr>
          <p:cNvPr id="4" name="Text 2"/>
          <p:cNvSpPr/>
          <p:nvPr/>
        </p:nvSpPr>
        <p:spPr>
          <a:xfrm>
            <a:off x="760690" y="2326243"/>
            <a:ext cx="2872264" cy="291346"/>
          </a:xfrm>
          <a:prstGeom prst="rect">
            <a:avLst/>
          </a:prstGeom>
          <a:noFill/>
          <a:ln/>
        </p:spPr>
        <p:txBody>
          <a:bodyPr wrap="none" lIns="0" tIns="0" rIns="0" bIns="0" rtlCol="0" anchor="t"/>
          <a:lstStyle/>
          <a:p>
            <a:pPr marL="0" indent="0" algn="l">
              <a:lnSpc>
                <a:spcPts val="2250"/>
              </a:lnSpc>
              <a:buNone/>
            </a:pPr>
            <a:r>
              <a:rPr lang="en-US" sz="2400" b="1" dirty="0">
                <a:latin typeface="Arial Nova Cond" panose="020B0506020202020204" pitchFamily="34" charset="0"/>
                <a:ea typeface="Petrona Bold" pitchFamily="34" charset="-122"/>
                <a:cs typeface="Petrona Bold" pitchFamily="34" charset="-120"/>
              </a:rPr>
              <a:t>High Net Worth Customers</a:t>
            </a:r>
            <a:endParaRPr lang="en-US" sz="2400" dirty="0">
              <a:latin typeface="Arial Nova Cond" panose="020B0506020202020204" pitchFamily="34" charset="0"/>
            </a:endParaRPr>
          </a:p>
        </p:txBody>
      </p:sp>
      <p:sp>
        <p:nvSpPr>
          <p:cNvPr id="5" name="Shape 3"/>
          <p:cNvSpPr/>
          <p:nvPr/>
        </p:nvSpPr>
        <p:spPr>
          <a:xfrm>
            <a:off x="760690" y="2776538"/>
            <a:ext cx="6382226" cy="3852624"/>
          </a:xfrm>
          <a:prstGeom prst="roundRect">
            <a:avLst>
              <a:gd name="adj" fmla="val 1540"/>
            </a:avLst>
          </a:prstGeom>
          <a:noFill/>
          <a:ln w="7620">
            <a:solidFill>
              <a:srgbClr val="000000">
                <a:alpha val="8000"/>
              </a:srgbClr>
            </a:solidFill>
            <a:prstDash val="solid"/>
          </a:ln>
        </p:spPr>
        <p:txBody>
          <a:bodyPr/>
          <a:lstStyle/>
          <a:p>
            <a:endParaRPr lang="en-US">
              <a:latin typeface="Arial Nova Cond" panose="020B0506020202020204" pitchFamily="34" charset="0"/>
            </a:endParaRPr>
          </a:p>
        </p:txBody>
      </p:sp>
      <p:sp>
        <p:nvSpPr>
          <p:cNvPr id="6" name="Shape 4"/>
          <p:cNvSpPr/>
          <p:nvPr/>
        </p:nvSpPr>
        <p:spPr>
          <a:xfrm>
            <a:off x="768310" y="2784158"/>
            <a:ext cx="6366986" cy="476131"/>
          </a:xfrm>
          <a:prstGeom prst="rect">
            <a:avLst/>
          </a:prstGeom>
          <a:solidFill>
            <a:srgbClr val="FFFFFF">
              <a:alpha val="4000"/>
            </a:srgbClr>
          </a:solidFill>
          <a:ln/>
        </p:spPr>
        <p:txBody>
          <a:bodyPr/>
          <a:lstStyle/>
          <a:p>
            <a:endParaRPr lang="en-US">
              <a:latin typeface="Arial Nova Cond" panose="020B0506020202020204" pitchFamily="34" charset="0"/>
            </a:endParaRPr>
          </a:p>
        </p:txBody>
      </p:sp>
      <p:sp>
        <p:nvSpPr>
          <p:cNvPr id="7" name="Text 5"/>
          <p:cNvSpPr/>
          <p:nvPr/>
        </p:nvSpPr>
        <p:spPr>
          <a:xfrm>
            <a:off x="909757" y="2876550"/>
            <a:ext cx="985838"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Model</a:t>
            </a:r>
            <a:endParaRPr lang="en-US" sz="1800" dirty="0">
              <a:latin typeface="Arial Nova Cond" panose="020B0506020202020204" pitchFamily="34" charset="0"/>
            </a:endParaRPr>
          </a:p>
        </p:txBody>
      </p:sp>
      <p:sp>
        <p:nvSpPr>
          <p:cNvPr id="8" name="Text 6"/>
          <p:cNvSpPr/>
          <p:nvPr/>
        </p:nvSpPr>
        <p:spPr>
          <a:xfrm>
            <a:off x="2185630" y="2876550"/>
            <a:ext cx="1037392"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Accuracy</a:t>
            </a:r>
            <a:endParaRPr lang="en-US" sz="1800" dirty="0">
              <a:latin typeface="Arial Nova Cond" panose="020B0506020202020204" pitchFamily="34" charset="0"/>
            </a:endParaRPr>
          </a:p>
        </p:txBody>
      </p:sp>
      <p:sp>
        <p:nvSpPr>
          <p:cNvPr id="9" name="Text 7"/>
          <p:cNvSpPr/>
          <p:nvPr/>
        </p:nvSpPr>
        <p:spPr>
          <a:xfrm>
            <a:off x="3513058" y="2876550"/>
            <a:ext cx="1059061"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Precision</a:t>
            </a:r>
            <a:endParaRPr lang="en-US" sz="1800" dirty="0">
              <a:latin typeface="Arial Nova Cond" panose="020B0506020202020204" pitchFamily="34" charset="0"/>
            </a:endParaRPr>
          </a:p>
        </p:txBody>
      </p:sp>
      <p:sp>
        <p:nvSpPr>
          <p:cNvPr id="10" name="Text 8"/>
          <p:cNvSpPr/>
          <p:nvPr/>
        </p:nvSpPr>
        <p:spPr>
          <a:xfrm>
            <a:off x="4862155" y="2876550"/>
            <a:ext cx="919043"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Recall</a:t>
            </a:r>
            <a:endParaRPr lang="en-US" sz="1800" dirty="0">
              <a:latin typeface="Arial Nova Cond" panose="020B0506020202020204" pitchFamily="34" charset="0"/>
            </a:endParaRPr>
          </a:p>
        </p:txBody>
      </p:sp>
      <p:sp>
        <p:nvSpPr>
          <p:cNvPr id="11" name="Text 9"/>
          <p:cNvSpPr/>
          <p:nvPr/>
        </p:nvSpPr>
        <p:spPr>
          <a:xfrm>
            <a:off x="6071235" y="2876550"/>
            <a:ext cx="922853"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F1 Score</a:t>
            </a:r>
            <a:endParaRPr lang="en-US" sz="1800" dirty="0">
              <a:latin typeface="Arial Nova Cond" panose="020B0506020202020204" pitchFamily="34" charset="0"/>
            </a:endParaRPr>
          </a:p>
        </p:txBody>
      </p:sp>
      <p:sp>
        <p:nvSpPr>
          <p:cNvPr id="12" name="Shape 10"/>
          <p:cNvSpPr/>
          <p:nvPr/>
        </p:nvSpPr>
        <p:spPr>
          <a:xfrm>
            <a:off x="768310" y="3260288"/>
            <a:ext cx="6366986" cy="767477"/>
          </a:xfrm>
          <a:prstGeom prst="rect">
            <a:avLst/>
          </a:prstGeom>
          <a:solidFill>
            <a:srgbClr val="000000">
              <a:alpha val="4000"/>
            </a:srgbClr>
          </a:solidFill>
          <a:ln/>
        </p:spPr>
        <p:txBody>
          <a:bodyPr/>
          <a:lstStyle/>
          <a:p>
            <a:endParaRPr lang="en-US">
              <a:latin typeface="Arial Nova Cond" panose="020B0506020202020204" pitchFamily="34" charset="0"/>
            </a:endParaRPr>
          </a:p>
        </p:txBody>
      </p:sp>
      <p:sp>
        <p:nvSpPr>
          <p:cNvPr id="13" name="Text 11"/>
          <p:cNvSpPr/>
          <p:nvPr/>
        </p:nvSpPr>
        <p:spPr>
          <a:xfrm>
            <a:off x="909757" y="3352681"/>
            <a:ext cx="985838" cy="582692"/>
          </a:xfrm>
          <a:prstGeom prst="rect">
            <a:avLst/>
          </a:prstGeom>
          <a:noFill/>
          <a:ln/>
        </p:spPr>
        <p:txBody>
          <a:bodyPr wrap="squar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Random Forest</a:t>
            </a:r>
            <a:endParaRPr lang="en-US" sz="1800" dirty="0">
              <a:latin typeface="Arial Nova Cond" panose="020B0506020202020204" pitchFamily="34" charset="0"/>
            </a:endParaRPr>
          </a:p>
        </p:txBody>
      </p:sp>
      <p:sp>
        <p:nvSpPr>
          <p:cNvPr id="14" name="Text 12"/>
          <p:cNvSpPr/>
          <p:nvPr/>
        </p:nvSpPr>
        <p:spPr>
          <a:xfrm>
            <a:off x="2185630" y="3352681"/>
            <a:ext cx="1037392"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0.857</a:t>
            </a:r>
            <a:endParaRPr lang="en-US" sz="1800" dirty="0">
              <a:latin typeface="Arial Nova Cond" panose="020B0506020202020204" pitchFamily="34" charset="0"/>
            </a:endParaRPr>
          </a:p>
        </p:txBody>
      </p:sp>
      <p:sp>
        <p:nvSpPr>
          <p:cNvPr id="15" name="Text 13"/>
          <p:cNvSpPr/>
          <p:nvPr/>
        </p:nvSpPr>
        <p:spPr>
          <a:xfrm>
            <a:off x="3513058" y="3352681"/>
            <a:ext cx="1059061"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0.75</a:t>
            </a:r>
            <a:endParaRPr lang="en-US" sz="1800" dirty="0">
              <a:latin typeface="Arial Nova Cond" panose="020B0506020202020204" pitchFamily="34" charset="0"/>
            </a:endParaRPr>
          </a:p>
        </p:txBody>
      </p:sp>
      <p:sp>
        <p:nvSpPr>
          <p:cNvPr id="16" name="Text 14"/>
          <p:cNvSpPr/>
          <p:nvPr/>
        </p:nvSpPr>
        <p:spPr>
          <a:xfrm>
            <a:off x="4862155" y="3352681"/>
            <a:ext cx="919043"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0.389</a:t>
            </a:r>
            <a:endParaRPr lang="en-US" sz="1800" dirty="0">
              <a:latin typeface="Arial Nova Cond" panose="020B0506020202020204" pitchFamily="34" charset="0"/>
            </a:endParaRPr>
          </a:p>
        </p:txBody>
      </p:sp>
      <p:sp>
        <p:nvSpPr>
          <p:cNvPr id="17" name="Text 15"/>
          <p:cNvSpPr/>
          <p:nvPr/>
        </p:nvSpPr>
        <p:spPr>
          <a:xfrm>
            <a:off x="6071235" y="3352681"/>
            <a:ext cx="922853"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0.512</a:t>
            </a:r>
            <a:endParaRPr lang="en-US" sz="1800" dirty="0">
              <a:latin typeface="Arial Nova Cond" panose="020B0506020202020204" pitchFamily="34" charset="0"/>
            </a:endParaRPr>
          </a:p>
        </p:txBody>
      </p:sp>
      <p:sp>
        <p:nvSpPr>
          <p:cNvPr id="18" name="Shape 16"/>
          <p:cNvSpPr/>
          <p:nvPr/>
        </p:nvSpPr>
        <p:spPr>
          <a:xfrm>
            <a:off x="768310" y="4027765"/>
            <a:ext cx="6366986" cy="767477"/>
          </a:xfrm>
          <a:prstGeom prst="rect">
            <a:avLst/>
          </a:prstGeom>
          <a:solidFill>
            <a:srgbClr val="FFFFFF">
              <a:alpha val="4000"/>
            </a:srgbClr>
          </a:solidFill>
          <a:ln/>
        </p:spPr>
        <p:txBody>
          <a:bodyPr/>
          <a:lstStyle/>
          <a:p>
            <a:endParaRPr lang="en-US">
              <a:latin typeface="Arial Nova Cond" panose="020B0506020202020204" pitchFamily="34" charset="0"/>
            </a:endParaRPr>
          </a:p>
        </p:txBody>
      </p:sp>
      <p:sp>
        <p:nvSpPr>
          <p:cNvPr id="19" name="Text 17"/>
          <p:cNvSpPr/>
          <p:nvPr/>
        </p:nvSpPr>
        <p:spPr>
          <a:xfrm>
            <a:off x="909757" y="4120158"/>
            <a:ext cx="985838" cy="582692"/>
          </a:xfrm>
          <a:prstGeom prst="rect">
            <a:avLst/>
          </a:prstGeom>
          <a:noFill/>
          <a:ln/>
        </p:spPr>
        <p:txBody>
          <a:bodyPr wrap="squar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Gradient Boosting</a:t>
            </a:r>
            <a:endParaRPr lang="en-US" sz="1800" dirty="0">
              <a:latin typeface="Arial Nova Cond" panose="020B0506020202020204" pitchFamily="34" charset="0"/>
            </a:endParaRPr>
          </a:p>
        </p:txBody>
      </p:sp>
      <p:sp>
        <p:nvSpPr>
          <p:cNvPr id="20" name="Text 18"/>
          <p:cNvSpPr/>
          <p:nvPr/>
        </p:nvSpPr>
        <p:spPr>
          <a:xfrm>
            <a:off x="2185630" y="4120158"/>
            <a:ext cx="1037392"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0.852</a:t>
            </a:r>
            <a:endParaRPr lang="en-US" sz="1800" dirty="0">
              <a:latin typeface="Arial Nova Cond" panose="020B0506020202020204" pitchFamily="34" charset="0"/>
            </a:endParaRPr>
          </a:p>
        </p:txBody>
      </p:sp>
      <p:sp>
        <p:nvSpPr>
          <p:cNvPr id="21" name="Text 19"/>
          <p:cNvSpPr/>
          <p:nvPr/>
        </p:nvSpPr>
        <p:spPr>
          <a:xfrm>
            <a:off x="3513058" y="4120158"/>
            <a:ext cx="1059061"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0.727</a:t>
            </a:r>
            <a:endParaRPr lang="en-US" sz="1800" dirty="0">
              <a:latin typeface="Arial Nova Cond" panose="020B0506020202020204" pitchFamily="34" charset="0"/>
            </a:endParaRPr>
          </a:p>
        </p:txBody>
      </p:sp>
      <p:sp>
        <p:nvSpPr>
          <p:cNvPr id="22" name="Text 20"/>
          <p:cNvSpPr/>
          <p:nvPr/>
        </p:nvSpPr>
        <p:spPr>
          <a:xfrm>
            <a:off x="4862155" y="4120158"/>
            <a:ext cx="919043"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0.373</a:t>
            </a:r>
            <a:endParaRPr lang="en-US" sz="1800" dirty="0">
              <a:latin typeface="Arial Nova Cond" panose="020B0506020202020204" pitchFamily="34" charset="0"/>
            </a:endParaRPr>
          </a:p>
        </p:txBody>
      </p:sp>
      <p:sp>
        <p:nvSpPr>
          <p:cNvPr id="23" name="Text 21"/>
          <p:cNvSpPr/>
          <p:nvPr/>
        </p:nvSpPr>
        <p:spPr>
          <a:xfrm>
            <a:off x="6071235" y="4120158"/>
            <a:ext cx="922853"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0.493</a:t>
            </a:r>
            <a:endParaRPr lang="en-US" sz="1800" dirty="0">
              <a:latin typeface="Arial Nova Cond" panose="020B0506020202020204" pitchFamily="34" charset="0"/>
            </a:endParaRPr>
          </a:p>
        </p:txBody>
      </p:sp>
      <p:sp>
        <p:nvSpPr>
          <p:cNvPr id="24" name="Shape 22"/>
          <p:cNvSpPr/>
          <p:nvPr/>
        </p:nvSpPr>
        <p:spPr>
          <a:xfrm>
            <a:off x="768310" y="4795242"/>
            <a:ext cx="6366986" cy="1058823"/>
          </a:xfrm>
          <a:prstGeom prst="rect">
            <a:avLst/>
          </a:prstGeom>
          <a:solidFill>
            <a:srgbClr val="000000">
              <a:alpha val="4000"/>
            </a:srgbClr>
          </a:solidFill>
          <a:ln/>
        </p:spPr>
        <p:txBody>
          <a:bodyPr/>
          <a:lstStyle/>
          <a:p>
            <a:endParaRPr lang="en-US">
              <a:latin typeface="Arial Nova Cond" panose="020B0506020202020204" pitchFamily="34" charset="0"/>
            </a:endParaRPr>
          </a:p>
        </p:txBody>
      </p:sp>
      <p:sp>
        <p:nvSpPr>
          <p:cNvPr id="25" name="Text 23"/>
          <p:cNvSpPr/>
          <p:nvPr/>
        </p:nvSpPr>
        <p:spPr>
          <a:xfrm>
            <a:off x="909756" y="4887635"/>
            <a:ext cx="1134665" cy="874038"/>
          </a:xfrm>
          <a:prstGeom prst="rect">
            <a:avLst/>
          </a:prstGeom>
          <a:noFill/>
          <a:ln/>
        </p:spPr>
        <p:txBody>
          <a:bodyPr wrap="squar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Logistic Regression</a:t>
            </a:r>
            <a:endParaRPr lang="en-US" sz="1800" dirty="0">
              <a:latin typeface="Arial Nova Cond" panose="020B0506020202020204" pitchFamily="34" charset="0"/>
            </a:endParaRPr>
          </a:p>
        </p:txBody>
      </p:sp>
      <p:sp>
        <p:nvSpPr>
          <p:cNvPr id="26" name="Text 24"/>
          <p:cNvSpPr/>
          <p:nvPr/>
        </p:nvSpPr>
        <p:spPr>
          <a:xfrm>
            <a:off x="2185630" y="4887635"/>
            <a:ext cx="1037392"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0.807</a:t>
            </a:r>
            <a:endParaRPr lang="en-US" sz="1800" dirty="0">
              <a:latin typeface="Arial Nova Cond" panose="020B0506020202020204" pitchFamily="34" charset="0"/>
            </a:endParaRPr>
          </a:p>
        </p:txBody>
      </p:sp>
      <p:sp>
        <p:nvSpPr>
          <p:cNvPr id="27" name="Text 25"/>
          <p:cNvSpPr/>
          <p:nvPr/>
        </p:nvSpPr>
        <p:spPr>
          <a:xfrm>
            <a:off x="3513058" y="4887635"/>
            <a:ext cx="1059061"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0.5</a:t>
            </a:r>
            <a:endParaRPr lang="en-US" sz="1800" dirty="0">
              <a:latin typeface="Arial Nova Cond" panose="020B0506020202020204" pitchFamily="34" charset="0"/>
            </a:endParaRPr>
          </a:p>
        </p:txBody>
      </p:sp>
      <p:sp>
        <p:nvSpPr>
          <p:cNvPr id="28" name="Text 26"/>
          <p:cNvSpPr/>
          <p:nvPr/>
        </p:nvSpPr>
        <p:spPr>
          <a:xfrm>
            <a:off x="4862155" y="4887635"/>
            <a:ext cx="919043"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0.15</a:t>
            </a:r>
            <a:endParaRPr lang="en-US" sz="1800" dirty="0">
              <a:latin typeface="Arial Nova Cond" panose="020B0506020202020204" pitchFamily="34" charset="0"/>
            </a:endParaRPr>
          </a:p>
        </p:txBody>
      </p:sp>
      <p:sp>
        <p:nvSpPr>
          <p:cNvPr id="29" name="Text 27"/>
          <p:cNvSpPr/>
          <p:nvPr/>
        </p:nvSpPr>
        <p:spPr>
          <a:xfrm>
            <a:off x="6071235" y="4887635"/>
            <a:ext cx="922853"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0.231</a:t>
            </a:r>
            <a:endParaRPr lang="en-US" sz="1800" dirty="0">
              <a:latin typeface="Arial Nova Cond" panose="020B0506020202020204" pitchFamily="34" charset="0"/>
            </a:endParaRPr>
          </a:p>
        </p:txBody>
      </p:sp>
      <p:sp>
        <p:nvSpPr>
          <p:cNvPr id="30" name="Shape 28"/>
          <p:cNvSpPr/>
          <p:nvPr/>
        </p:nvSpPr>
        <p:spPr>
          <a:xfrm>
            <a:off x="768310" y="5854065"/>
            <a:ext cx="6366986" cy="767477"/>
          </a:xfrm>
          <a:prstGeom prst="rect">
            <a:avLst/>
          </a:prstGeom>
          <a:solidFill>
            <a:srgbClr val="FFFFFF">
              <a:alpha val="4000"/>
            </a:srgbClr>
          </a:solidFill>
          <a:ln/>
        </p:spPr>
        <p:txBody>
          <a:bodyPr/>
          <a:lstStyle/>
          <a:p>
            <a:endParaRPr lang="en-US">
              <a:latin typeface="Arial Nova Cond" panose="020B0506020202020204" pitchFamily="34" charset="0"/>
            </a:endParaRPr>
          </a:p>
        </p:txBody>
      </p:sp>
      <p:sp>
        <p:nvSpPr>
          <p:cNvPr id="31" name="Text 29"/>
          <p:cNvSpPr/>
          <p:nvPr/>
        </p:nvSpPr>
        <p:spPr>
          <a:xfrm>
            <a:off x="909757" y="5946457"/>
            <a:ext cx="985838" cy="582692"/>
          </a:xfrm>
          <a:prstGeom prst="rect">
            <a:avLst/>
          </a:prstGeom>
          <a:noFill/>
          <a:ln/>
        </p:spPr>
        <p:txBody>
          <a:bodyPr wrap="squar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Decision Tree</a:t>
            </a:r>
            <a:endParaRPr lang="en-US" sz="1800" dirty="0">
              <a:latin typeface="Arial Nova Cond" panose="020B0506020202020204" pitchFamily="34" charset="0"/>
            </a:endParaRPr>
          </a:p>
        </p:txBody>
      </p:sp>
      <p:sp>
        <p:nvSpPr>
          <p:cNvPr id="32" name="Text 30"/>
          <p:cNvSpPr/>
          <p:nvPr/>
        </p:nvSpPr>
        <p:spPr>
          <a:xfrm>
            <a:off x="2185630" y="5946457"/>
            <a:ext cx="1037392"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0.791</a:t>
            </a:r>
            <a:endParaRPr lang="en-US" sz="1800" dirty="0">
              <a:latin typeface="Arial Nova Cond" panose="020B0506020202020204" pitchFamily="34" charset="0"/>
            </a:endParaRPr>
          </a:p>
        </p:txBody>
      </p:sp>
      <p:sp>
        <p:nvSpPr>
          <p:cNvPr id="33" name="Text 31"/>
          <p:cNvSpPr/>
          <p:nvPr/>
        </p:nvSpPr>
        <p:spPr>
          <a:xfrm>
            <a:off x="3513058" y="5946457"/>
            <a:ext cx="1059061"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0.459</a:t>
            </a:r>
            <a:endParaRPr lang="en-US" sz="1800" dirty="0">
              <a:latin typeface="Arial Nova Cond" panose="020B0506020202020204" pitchFamily="34" charset="0"/>
            </a:endParaRPr>
          </a:p>
        </p:txBody>
      </p:sp>
      <p:sp>
        <p:nvSpPr>
          <p:cNvPr id="34" name="Text 32"/>
          <p:cNvSpPr/>
          <p:nvPr/>
        </p:nvSpPr>
        <p:spPr>
          <a:xfrm>
            <a:off x="4862155" y="5946457"/>
            <a:ext cx="919043"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0.466</a:t>
            </a:r>
            <a:endParaRPr lang="en-US" sz="1800" dirty="0">
              <a:latin typeface="Arial Nova Cond" panose="020B0506020202020204" pitchFamily="34" charset="0"/>
            </a:endParaRPr>
          </a:p>
        </p:txBody>
      </p:sp>
      <p:sp>
        <p:nvSpPr>
          <p:cNvPr id="35" name="Text 33"/>
          <p:cNvSpPr/>
          <p:nvPr/>
        </p:nvSpPr>
        <p:spPr>
          <a:xfrm>
            <a:off x="6071235" y="5946457"/>
            <a:ext cx="922853"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0.463</a:t>
            </a:r>
            <a:endParaRPr lang="en-US" sz="1800" dirty="0">
              <a:latin typeface="Arial Nova Cond" panose="020B0506020202020204" pitchFamily="34" charset="0"/>
            </a:endParaRPr>
          </a:p>
        </p:txBody>
      </p:sp>
      <p:sp>
        <p:nvSpPr>
          <p:cNvPr id="36" name="Text 34"/>
          <p:cNvSpPr/>
          <p:nvPr/>
        </p:nvSpPr>
        <p:spPr>
          <a:xfrm>
            <a:off x="851475" y="6793455"/>
            <a:ext cx="6382226" cy="282416"/>
          </a:xfrm>
          <a:prstGeom prst="rect">
            <a:avLst/>
          </a:prstGeom>
          <a:noFill/>
          <a:ln/>
        </p:spPr>
        <p:txBody>
          <a:bodyPr wrap="none" lIns="0" tIns="0" rIns="0" bIns="0" rtlCol="0" anchor="t"/>
          <a:lstStyle/>
          <a:p>
            <a:pPr marL="0" indent="0" algn="l">
              <a:lnSpc>
                <a:spcPts val="2200"/>
              </a:lnSpc>
              <a:buNone/>
            </a:pPr>
            <a:r>
              <a:rPr lang="en-US" sz="1400" b="1" dirty="0">
                <a:solidFill>
                  <a:srgbClr val="272525"/>
                </a:solidFill>
                <a:latin typeface="Arial Nova Cond" panose="020B0506020202020204" pitchFamily="34" charset="0"/>
                <a:ea typeface="Inter" pitchFamily="34" charset="-122"/>
                <a:cs typeface="Inter" pitchFamily="34" charset="-120"/>
              </a:rPr>
              <a:t>Best Model:</a:t>
            </a:r>
            <a:r>
              <a:rPr lang="en-US" sz="1400" dirty="0">
                <a:solidFill>
                  <a:srgbClr val="272525"/>
                </a:solidFill>
                <a:latin typeface="Arial Nova Cond" panose="020B0506020202020204" pitchFamily="34" charset="0"/>
                <a:ea typeface="Inter" pitchFamily="34" charset="-122"/>
                <a:cs typeface="Inter" pitchFamily="34" charset="-120"/>
              </a:rPr>
              <a:t> Random Forest with F1 Score 0.512</a:t>
            </a:r>
            <a:endParaRPr lang="en-US" sz="1400" dirty="0">
              <a:latin typeface="Arial Nova Cond" panose="020B0506020202020204" pitchFamily="34" charset="0"/>
            </a:endParaRPr>
          </a:p>
        </p:txBody>
      </p:sp>
      <p:sp>
        <p:nvSpPr>
          <p:cNvPr id="37" name="Text 35"/>
          <p:cNvSpPr/>
          <p:nvPr/>
        </p:nvSpPr>
        <p:spPr>
          <a:xfrm>
            <a:off x="7495103" y="2326243"/>
            <a:ext cx="2331244" cy="291346"/>
          </a:xfrm>
          <a:prstGeom prst="rect">
            <a:avLst/>
          </a:prstGeom>
          <a:noFill/>
          <a:ln/>
        </p:spPr>
        <p:txBody>
          <a:bodyPr wrap="none" lIns="0" tIns="0" rIns="0" bIns="0" rtlCol="0" anchor="t"/>
          <a:lstStyle/>
          <a:p>
            <a:pPr marL="0" indent="0" algn="l">
              <a:lnSpc>
                <a:spcPts val="2250"/>
              </a:lnSpc>
              <a:buNone/>
            </a:pPr>
            <a:r>
              <a:rPr lang="en-US" sz="2400" b="1" dirty="0">
                <a:latin typeface="Arial Nova Cond" panose="020B0506020202020204" pitchFamily="34" charset="0"/>
                <a:ea typeface="Petrona Bold" pitchFamily="34" charset="-122"/>
                <a:cs typeface="Petrona Bold" pitchFamily="34" charset="-120"/>
              </a:rPr>
              <a:t>Regular Customers</a:t>
            </a:r>
            <a:endParaRPr lang="en-US" sz="2400" dirty="0">
              <a:latin typeface="Arial Nova Cond" panose="020B0506020202020204" pitchFamily="34" charset="0"/>
            </a:endParaRPr>
          </a:p>
        </p:txBody>
      </p:sp>
      <p:sp>
        <p:nvSpPr>
          <p:cNvPr id="38" name="Shape 36"/>
          <p:cNvSpPr/>
          <p:nvPr/>
        </p:nvSpPr>
        <p:spPr>
          <a:xfrm>
            <a:off x="7495103" y="2776538"/>
            <a:ext cx="6382226" cy="3852624"/>
          </a:xfrm>
          <a:prstGeom prst="roundRect">
            <a:avLst>
              <a:gd name="adj" fmla="val 1540"/>
            </a:avLst>
          </a:prstGeom>
          <a:noFill/>
          <a:ln w="7620">
            <a:solidFill>
              <a:srgbClr val="000000">
                <a:alpha val="8000"/>
              </a:srgbClr>
            </a:solidFill>
            <a:prstDash val="solid"/>
          </a:ln>
        </p:spPr>
        <p:txBody>
          <a:bodyPr/>
          <a:lstStyle/>
          <a:p>
            <a:endParaRPr lang="en-US">
              <a:latin typeface="Arial Nova Cond" panose="020B0506020202020204" pitchFamily="34" charset="0"/>
            </a:endParaRPr>
          </a:p>
        </p:txBody>
      </p:sp>
      <p:sp>
        <p:nvSpPr>
          <p:cNvPr id="39" name="Shape 37"/>
          <p:cNvSpPr/>
          <p:nvPr/>
        </p:nvSpPr>
        <p:spPr>
          <a:xfrm>
            <a:off x="7502723" y="2784158"/>
            <a:ext cx="6366986" cy="476131"/>
          </a:xfrm>
          <a:prstGeom prst="rect">
            <a:avLst/>
          </a:prstGeom>
          <a:solidFill>
            <a:srgbClr val="FFFFFF">
              <a:alpha val="4000"/>
            </a:srgbClr>
          </a:solidFill>
          <a:ln/>
        </p:spPr>
        <p:txBody>
          <a:bodyPr/>
          <a:lstStyle/>
          <a:p>
            <a:endParaRPr lang="en-US">
              <a:latin typeface="Arial Nova Cond" panose="020B0506020202020204" pitchFamily="34" charset="0"/>
            </a:endParaRPr>
          </a:p>
        </p:txBody>
      </p:sp>
      <p:sp>
        <p:nvSpPr>
          <p:cNvPr id="40" name="Text 38"/>
          <p:cNvSpPr/>
          <p:nvPr/>
        </p:nvSpPr>
        <p:spPr>
          <a:xfrm>
            <a:off x="7644170" y="2876550"/>
            <a:ext cx="987147"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Model</a:t>
            </a:r>
            <a:endParaRPr lang="en-US" sz="1800" dirty="0">
              <a:latin typeface="Arial Nova Cond" panose="020B0506020202020204" pitchFamily="34" charset="0"/>
            </a:endParaRPr>
          </a:p>
        </p:txBody>
      </p:sp>
      <p:sp>
        <p:nvSpPr>
          <p:cNvPr id="41" name="Text 39"/>
          <p:cNvSpPr/>
          <p:nvPr/>
        </p:nvSpPr>
        <p:spPr>
          <a:xfrm>
            <a:off x="8921353" y="2876550"/>
            <a:ext cx="1050846"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Accuracy</a:t>
            </a:r>
            <a:endParaRPr lang="en-US" sz="1800" dirty="0">
              <a:latin typeface="Arial Nova Cond" panose="020B0506020202020204" pitchFamily="34" charset="0"/>
            </a:endParaRPr>
          </a:p>
        </p:txBody>
      </p:sp>
      <p:sp>
        <p:nvSpPr>
          <p:cNvPr id="42" name="Text 40"/>
          <p:cNvSpPr/>
          <p:nvPr/>
        </p:nvSpPr>
        <p:spPr>
          <a:xfrm>
            <a:off x="10262235" y="2876550"/>
            <a:ext cx="1041916"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Precision</a:t>
            </a:r>
            <a:endParaRPr lang="en-US" sz="1800" dirty="0">
              <a:latin typeface="Arial Nova Cond" panose="020B0506020202020204" pitchFamily="34" charset="0"/>
            </a:endParaRPr>
          </a:p>
        </p:txBody>
      </p:sp>
      <p:sp>
        <p:nvSpPr>
          <p:cNvPr id="43" name="Text 41"/>
          <p:cNvSpPr/>
          <p:nvPr/>
        </p:nvSpPr>
        <p:spPr>
          <a:xfrm>
            <a:off x="11594187" y="2876550"/>
            <a:ext cx="920234"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Recall</a:t>
            </a:r>
            <a:endParaRPr lang="en-US" sz="1800" dirty="0">
              <a:latin typeface="Arial Nova Cond" panose="020B0506020202020204" pitchFamily="34" charset="0"/>
            </a:endParaRPr>
          </a:p>
        </p:txBody>
      </p:sp>
      <p:sp>
        <p:nvSpPr>
          <p:cNvPr id="44" name="Text 42"/>
          <p:cNvSpPr/>
          <p:nvPr/>
        </p:nvSpPr>
        <p:spPr>
          <a:xfrm>
            <a:off x="12804458" y="2876550"/>
            <a:ext cx="924044"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F1 Score</a:t>
            </a:r>
            <a:endParaRPr lang="en-US" sz="1800" dirty="0">
              <a:latin typeface="Arial Nova Cond" panose="020B0506020202020204" pitchFamily="34" charset="0"/>
            </a:endParaRPr>
          </a:p>
        </p:txBody>
      </p:sp>
      <p:sp>
        <p:nvSpPr>
          <p:cNvPr id="45" name="Shape 43"/>
          <p:cNvSpPr/>
          <p:nvPr/>
        </p:nvSpPr>
        <p:spPr>
          <a:xfrm>
            <a:off x="7502723" y="3260288"/>
            <a:ext cx="6366986" cy="767477"/>
          </a:xfrm>
          <a:prstGeom prst="rect">
            <a:avLst/>
          </a:prstGeom>
          <a:solidFill>
            <a:srgbClr val="000000">
              <a:alpha val="4000"/>
            </a:srgbClr>
          </a:solidFill>
          <a:ln/>
        </p:spPr>
        <p:txBody>
          <a:bodyPr/>
          <a:lstStyle/>
          <a:p>
            <a:endParaRPr lang="en-US">
              <a:latin typeface="Arial Nova Cond" panose="020B0506020202020204" pitchFamily="34" charset="0"/>
            </a:endParaRPr>
          </a:p>
        </p:txBody>
      </p:sp>
      <p:sp>
        <p:nvSpPr>
          <p:cNvPr id="46" name="Text 44"/>
          <p:cNvSpPr/>
          <p:nvPr/>
        </p:nvSpPr>
        <p:spPr>
          <a:xfrm>
            <a:off x="7644170" y="3352681"/>
            <a:ext cx="987147" cy="582692"/>
          </a:xfrm>
          <a:prstGeom prst="rect">
            <a:avLst/>
          </a:prstGeom>
          <a:noFill/>
          <a:ln/>
        </p:spPr>
        <p:txBody>
          <a:bodyPr wrap="squar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Gradient Boosting</a:t>
            </a:r>
            <a:endParaRPr lang="en-US" sz="1800" dirty="0">
              <a:latin typeface="Arial Nova Cond" panose="020B0506020202020204" pitchFamily="34" charset="0"/>
            </a:endParaRPr>
          </a:p>
        </p:txBody>
      </p:sp>
      <p:sp>
        <p:nvSpPr>
          <p:cNvPr id="47" name="Text 45"/>
          <p:cNvSpPr/>
          <p:nvPr/>
        </p:nvSpPr>
        <p:spPr>
          <a:xfrm>
            <a:off x="8921353" y="3352681"/>
            <a:ext cx="1050846"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0.848</a:t>
            </a:r>
            <a:endParaRPr lang="en-US" sz="1800" dirty="0">
              <a:latin typeface="Arial Nova Cond" panose="020B0506020202020204" pitchFamily="34" charset="0"/>
            </a:endParaRPr>
          </a:p>
        </p:txBody>
      </p:sp>
      <p:sp>
        <p:nvSpPr>
          <p:cNvPr id="48" name="Text 46"/>
          <p:cNvSpPr/>
          <p:nvPr/>
        </p:nvSpPr>
        <p:spPr>
          <a:xfrm>
            <a:off x="10262235" y="3352681"/>
            <a:ext cx="1041916"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0.731</a:t>
            </a:r>
            <a:endParaRPr lang="en-US" sz="1800" dirty="0">
              <a:latin typeface="Arial Nova Cond" panose="020B0506020202020204" pitchFamily="34" charset="0"/>
            </a:endParaRPr>
          </a:p>
        </p:txBody>
      </p:sp>
      <p:sp>
        <p:nvSpPr>
          <p:cNvPr id="49" name="Text 47"/>
          <p:cNvSpPr/>
          <p:nvPr/>
        </p:nvSpPr>
        <p:spPr>
          <a:xfrm>
            <a:off x="11594187" y="3352681"/>
            <a:ext cx="920234"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0.391</a:t>
            </a:r>
            <a:endParaRPr lang="en-US" sz="1800" dirty="0">
              <a:latin typeface="Arial Nova Cond" panose="020B0506020202020204" pitchFamily="34" charset="0"/>
            </a:endParaRPr>
          </a:p>
        </p:txBody>
      </p:sp>
      <p:sp>
        <p:nvSpPr>
          <p:cNvPr id="50" name="Text 48"/>
          <p:cNvSpPr/>
          <p:nvPr/>
        </p:nvSpPr>
        <p:spPr>
          <a:xfrm>
            <a:off x="12804458" y="3352681"/>
            <a:ext cx="924044"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0.51</a:t>
            </a:r>
            <a:endParaRPr lang="en-US" sz="1800" dirty="0">
              <a:latin typeface="Arial Nova Cond" panose="020B0506020202020204" pitchFamily="34" charset="0"/>
            </a:endParaRPr>
          </a:p>
        </p:txBody>
      </p:sp>
      <p:sp>
        <p:nvSpPr>
          <p:cNvPr id="51" name="Shape 49"/>
          <p:cNvSpPr/>
          <p:nvPr/>
        </p:nvSpPr>
        <p:spPr>
          <a:xfrm>
            <a:off x="7502723" y="4027765"/>
            <a:ext cx="6366986" cy="767477"/>
          </a:xfrm>
          <a:prstGeom prst="rect">
            <a:avLst/>
          </a:prstGeom>
          <a:solidFill>
            <a:srgbClr val="FFFFFF">
              <a:alpha val="4000"/>
            </a:srgbClr>
          </a:solidFill>
          <a:ln/>
        </p:spPr>
        <p:txBody>
          <a:bodyPr/>
          <a:lstStyle/>
          <a:p>
            <a:endParaRPr lang="en-US">
              <a:latin typeface="Arial Nova Cond" panose="020B0506020202020204" pitchFamily="34" charset="0"/>
            </a:endParaRPr>
          </a:p>
        </p:txBody>
      </p:sp>
      <p:sp>
        <p:nvSpPr>
          <p:cNvPr id="52" name="Text 50"/>
          <p:cNvSpPr/>
          <p:nvPr/>
        </p:nvSpPr>
        <p:spPr>
          <a:xfrm>
            <a:off x="7644170" y="4120158"/>
            <a:ext cx="987147" cy="582692"/>
          </a:xfrm>
          <a:prstGeom prst="rect">
            <a:avLst/>
          </a:prstGeom>
          <a:noFill/>
          <a:ln/>
        </p:spPr>
        <p:txBody>
          <a:bodyPr wrap="squar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Random Forest</a:t>
            </a:r>
            <a:endParaRPr lang="en-US" sz="1800" dirty="0">
              <a:latin typeface="Arial Nova Cond" panose="020B0506020202020204" pitchFamily="34" charset="0"/>
            </a:endParaRPr>
          </a:p>
        </p:txBody>
      </p:sp>
      <p:sp>
        <p:nvSpPr>
          <p:cNvPr id="53" name="Text 51"/>
          <p:cNvSpPr/>
          <p:nvPr/>
        </p:nvSpPr>
        <p:spPr>
          <a:xfrm>
            <a:off x="8921353" y="4120158"/>
            <a:ext cx="1050846"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0.846</a:t>
            </a:r>
            <a:endParaRPr lang="en-US" sz="1800" dirty="0">
              <a:latin typeface="Arial Nova Cond" panose="020B0506020202020204" pitchFamily="34" charset="0"/>
            </a:endParaRPr>
          </a:p>
        </p:txBody>
      </p:sp>
      <p:sp>
        <p:nvSpPr>
          <p:cNvPr id="54" name="Text 52"/>
          <p:cNvSpPr/>
          <p:nvPr/>
        </p:nvSpPr>
        <p:spPr>
          <a:xfrm>
            <a:off x="10262235" y="4120158"/>
            <a:ext cx="1041916"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0.731</a:t>
            </a:r>
            <a:endParaRPr lang="en-US" sz="1800" dirty="0">
              <a:latin typeface="Arial Nova Cond" panose="020B0506020202020204" pitchFamily="34" charset="0"/>
            </a:endParaRPr>
          </a:p>
        </p:txBody>
      </p:sp>
      <p:sp>
        <p:nvSpPr>
          <p:cNvPr id="55" name="Text 53"/>
          <p:cNvSpPr/>
          <p:nvPr/>
        </p:nvSpPr>
        <p:spPr>
          <a:xfrm>
            <a:off x="11594187" y="4120158"/>
            <a:ext cx="920234"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0.376</a:t>
            </a:r>
            <a:endParaRPr lang="en-US" sz="1800" dirty="0">
              <a:latin typeface="Arial Nova Cond" panose="020B0506020202020204" pitchFamily="34" charset="0"/>
            </a:endParaRPr>
          </a:p>
        </p:txBody>
      </p:sp>
      <p:sp>
        <p:nvSpPr>
          <p:cNvPr id="56" name="Text 54"/>
          <p:cNvSpPr/>
          <p:nvPr/>
        </p:nvSpPr>
        <p:spPr>
          <a:xfrm>
            <a:off x="12804458" y="4120158"/>
            <a:ext cx="924044"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0.497</a:t>
            </a:r>
            <a:endParaRPr lang="en-US" sz="1800" dirty="0">
              <a:latin typeface="Arial Nova Cond" panose="020B0506020202020204" pitchFamily="34" charset="0"/>
            </a:endParaRPr>
          </a:p>
        </p:txBody>
      </p:sp>
      <p:sp>
        <p:nvSpPr>
          <p:cNvPr id="57" name="Shape 55"/>
          <p:cNvSpPr/>
          <p:nvPr/>
        </p:nvSpPr>
        <p:spPr>
          <a:xfrm>
            <a:off x="7502723" y="4795242"/>
            <a:ext cx="6366986" cy="1058823"/>
          </a:xfrm>
          <a:prstGeom prst="rect">
            <a:avLst/>
          </a:prstGeom>
          <a:solidFill>
            <a:srgbClr val="000000">
              <a:alpha val="4000"/>
            </a:srgbClr>
          </a:solidFill>
          <a:ln/>
        </p:spPr>
        <p:txBody>
          <a:bodyPr/>
          <a:lstStyle/>
          <a:p>
            <a:endParaRPr lang="en-US">
              <a:latin typeface="Arial Nova Cond" panose="020B0506020202020204" pitchFamily="34" charset="0"/>
            </a:endParaRPr>
          </a:p>
        </p:txBody>
      </p:sp>
      <p:sp>
        <p:nvSpPr>
          <p:cNvPr id="58" name="Text 56"/>
          <p:cNvSpPr/>
          <p:nvPr/>
        </p:nvSpPr>
        <p:spPr>
          <a:xfrm>
            <a:off x="7644170" y="4887635"/>
            <a:ext cx="1135976" cy="874038"/>
          </a:xfrm>
          <a:prstGeom prst="rect">
            <a:avLst/>
          </a:prstGeom>
          <a:noFill/>
          <a:ln/>
        </p:spPr>
        <p:txBody>
          <a:bodyPr wrap="squar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Logistic Regression</a:t>
            </a:r>
            <a:endParaRPr lang="en-US" sz="1800" dirty="0">
              <a:latin typeface="Arial Nova Cond" panose="020B0506020202020204" pitchFamily="34" charset="0"/>
            </a:endParaRPr>
          </a:p>
        </p:txBody>
      </p:sp>
      <p:sp>
        <p:nvSpPr>
          <p:cNvPr id="59" name="Text 57"/>
          <p:cNvSpPr/>
          <p:nvPr/>
        </p:nvSpPr>
        <p:spPr>
          <a:xfrm>
            <a:off x="8921353" y="4887635"/>
            <a:ext cx="1050846"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0.818</a:t>
            </a:r>
            <a:endParaRPr lang="en-US" sz="1800" dirty="0">
              <a:latin typeface="Arial Nova Cond" panose="020B0506020202020204" pitchFamily="34" charset="0"/>
            </a:endParaRPr>
          </a:p>
        </p:txBody>
      </p:sp>
      <p:sp>
        <p:nvSpPr>
          <p:cNvPr id="60" name="Text 58"/>
          <p:cNvSpPr/>
          <p:nvPr/>
        </p:nvSpPr>
        <p:spPr>
          <a:xfrm>
            <a:off x="10262235" y="4887635"/>
            <a:ext cx="1041916"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0.661</a:t>
            </a:r>
            <a:endParaRPr lang="en-US" sz="1800" dirty="0">
              <a:latin typeface="Arial Nova Cond" panose="020B0506020202020204" pitchFamily="34" charset="0"/>
            </a:endParaRPr>
          </a:p>
        </p:txBody>
      </p:sp>
      <p:sp>
        <p:nvSpPr>
          <p:cNvPr id="61" name="Text 59"/>
          <p:cNvSpPr/>
          <p:nvPr/>
        </p:nvSpPr>
        <p:spPr>
          <a:xfrm>
            <a:off x="11594187" y="4887635"/>
            <a:ext cx="920234"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0.203</a:t>
            </a:r>
            <a:endParaRPr lang="en-US" sz="1800" dirty="0">
              <a:latin typeface="Arial Nova Cond" panose="020B0506020202020204" pitchFamily="34" charset="0"/>
            </a:endParaRPr>
          </a:p>
        </p:txBody>
      </p:sp>
      <p:sp>
        <p:nvSpPr>
          <p:cNvPr id="62" name="Text 60"/>
          <p:cNvSpPr/>
          <p:nvPr/>
        </p:nvSpPr>
        <p:spPr>
          <a:xfrm>
            <a:off x="12804458" y="4887635"/>
            <a:ext cx="924044"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0.311</a:t>
            </a:r>
            <a:endParaRPr lang="en-US" sz="1800" dirty="0">
              <a:latin typeface="Arial Nova Cond" panose="020B0506020202020204" pitchFamily="34" charset="0"/>
            </a:endParaRPr>
          </a:p>
        </p:txBody>
      </p:sp>
      <p:sp>
        <p:nvSpPr>
          <p:cNvPr id="63" name="Shape 61"/>
          <p:cNvSpPr/>
          <p:nvPr/>
        </p:nvSpPr>
        <p:spPr>
          <a:xfrm>
            <a:off x="7502723" y="5854065"/>
            <a:ext cx="6366986" cy="767477"/>
          </a:xfrm>
          <a:prstGeom prst="rect">
            <a:avLst/>
          </a:prstGeom>
          <a:solidFill>
            <a:srgbClr val="FFFFFF">
              <a:alpha val="4000"/>
            </a:srgbClr>
          </a:solidFill>
          <a:ln/>
        </p:spPr>
        <p:txBody>
          <a:bodyPr/>
          <a:lstStyle/>
          <a:p>
            <a:endParaRPr lang="en-US">
              <a:latin typeface="Arial Nova Cond" panose="020B0506020202020204" pitchFamily="34" charset="0"/>
            </a:endParaRPr>
          </a:p>
        </p:txBody>
      </p:sp>
      <p:sp>
        <p:nvSpPr>
          <p:cNvPr id="64" name="Text 62"/>
          <p:cNvSpPr/>
          <p:nvPr/>
        </p:nvSpPr>
        <p:spPr>
          <a:xfrm>
            <a:off x="7644170" y="5946457"/>
            <a:ext cx="987147" cy="582692"/>
          </a:xfrm>
          <a:prstGeom prst="rect">
            <a:avLst/>
          </a:prstGeom>
          <a:noFill/>
          <a:ln/>
        </p:spPr>
        <p:txBody>
          <a:bodyPr wrap="squar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Decision Tree</a:t>
            </a:r>
            <a:endParaRPr lang="en-US" sz="1800" dirty="0">
              <a:latin typeface="Arial Nova Cond" panose="020B0506020202020204" pitchFamily="34" charset="0"/>
            </a:endParaRPr>
          </a:p>
        </p:txBody>
      </p:sp>
      <p:sp>
        <p:nvSpPr>
          <p:cNvPr id="65" name="Text 63"/>
          <p:cNvSpPr/>
          <p:nvPr/>
        </p:nvSpPr>
        <p:spPr>
          <a:xfrm>
            <a:off x="8921353" y="5946457"/>
            <a:ext cx="1050846"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0.791</a:t>
            </a:r>
            <a:endParaRPr lang="en-US" sz="1800" dirty="0">
              <a:latin typeface="Arial Nova Cond" panose="020B0506020202020204" pitchFamily="34" charset="0"/>
            </a:endParaRPr>
          </a:p>
        </p:txBody>
      </p:sp>
      <p:sp>
        <p:nvSpPr>
          <p:cNvPr id="66" name="Text 64"/>
          <p:cNvSpPr/>
          <p:nvPr/>
        </p:nvSpPr>
        <p:spPr>
          <a:xfrm>
            <a:off x="10262235" y="5946457"/>
            <a:ext cx="1041916"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0.482</a:t>
            </a:r>
            <a:endParaRPr lang="en-US" sz="1800" dirty="0">
              <a:latin typeface="Arial Nova Cond" panose="020B0506020202020204" pitchFamily="34" charset="0"/>
            </a:endParaRPr>
          </a:p>
        </p:txBody>
      </p:sp>
      <p:sp>
        <p:nvSpPr>
          <p:cNvPr id="67" name="Text 65"/>
          <p:cNvSpPr/>
          <p:nvPr/>
        </p:nvSpPr>
        <p:spPr>
          <a:xfrm>
            <a:off x="11594187" y="5946457"/>
            <a:ext cx="920234"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0.461</a:t>
            </a:r>
            <a:endParaRPr lang="en-US" sz="1800" dirty="0">
              <a:latin typeface="Arial Nova Cond" panose="020B0506020202020204" pitchFamily="34" charset="0"/>
            </a:endParaRPr>
          </a:p>
        </p:txBody>
      </p:sp>
      <p:sp>
        <p:nvSpPr>
          <p:cNvPr id="68" name="Text 66"/>
          <p:cNvSpPr/>
          <p:nvPr/>
        </p:nvSpPr>
        <p:spPr>
          <a:xfrm>
            <a:off x="12804458" y="5946457"/>
            <a:ext cx="924044" cy="291346"/>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Arial Nova Cond" panose="020B0506020202020204" pitchFamily="34" charset="0"/>
                <a:ea typeface="Petrona Bold" pitchFamily="34" charset="-122"/>
                <a:cs typeface="Petrona Bold" pitchFamily="34" charset="-120"/>
              </a:rPr>
              <a:t>0.471</a:t>
            </a:r>
            <a:endParaRPr lang="en-US" sz="1800" dirty="0">
              <a:latin typeface="Arial Nova Cond" panose="020B0506020202020204" pitchFamily="34" charset="0"/>
            </a:endParaRPr>
          </a:p>
        </p:txBody>
      </p:sp>
      <p:sp>
        <p:nvSpPr>
          <p:cNvPr id="69" name="Text 67"/>
          <p:cNvSpPr/>
          <p:nvPr/>
        </p:nvSpPr>
        <p:spPr>
          <a:xfrm>
            <a:off x="7495103" y="6788110"/>
            <a:ext cx="6382226" cy="282416"/>
          </a:xfrm>
          <a:prstGeom prst="rect">
            <a:avLst/>
          </a:prstGeom>
          <a:noFill/>
          <a:ln/>
        </p:spPr>
        <p:txBody>
          <a:bodyPr wrap="none" lIns="0" tIns="0" rIns="0" bIns="0" rtlCol="0" anchor="t"/>
          <a:lstStyle/>
          <a:p>
            <a:pPr marL="0" indent="0" algn="l">
              <a:lnSpc>
                <a:spcPts val="2200"/>
              </a:lnSpc>
              <a:buNone/>
            </a:pPr>
            <a:r>
              <a:rPr lang="en-US" sz="1400" b="1" dirty="0">
                <a:solidFill>
                  <a:srgbClr val="272525"/>
                </a:solidFill>
                <a:latin typeface="Arial Nova Cond" panose="020B0506020202020204" pitchFamily="34" charset="0"/>
                <a:ea typeface="Inter" pitchFamily="34" charset="-122"/>
                <a:cs typeface="Inter" pitchFamily="34" charset="-120"/>
              </a:rPr>
              <a:t>Best Model:</a:t>
            </a:r>
            <a:r>
              <a:rPr lang="en-US" sz="1400" dirty="0">
                <a:solidFill>
                  <a:srgbClr val="272525"/>
                </a:solidFill>
                <a:latin typeface="Arial Nova Cond" panose="020B0506020202020204" pitchFamily="34" charset="0"/>
                <a:ea typeface="Inter" pitchFamily="34" charset="-122"/>
                <a:cs typeface="Inter" pitchFamily="34" charset="-120"/>
              </a:rPr>
              <a:t> Gradient Boosting with F1 Score 0.510</a:t>
            </a:r>
            <a:endParaRPr lang="en-US" sz="1400" dirty="0">
              <a:latin typeface="Arial Nova Cond" panose="020B0506020202020204" pitchFamily="34" charset="0"/>
            </a:endParaRPr>
          </a:p>
        </p:txBody>
      </p:sp>
      <p:pic>
        <p:nvPicPr>
          <p:cNvPr id="70" name="Picture 2">
            <a:extLst>
              <a:ext uri="{FF2B5EF4-FFF2-40B4-BE49-F238E27FC236}">
                <a16:creationId xmlns:a16="http://schemas.microsoft.com/office/drawing/2014/main" id="{93A745D4-4460-2094-52DD-E55D26F6FF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2075" t="5175" r="31076" b="5528"/>
          <a:stretch/>
        </p:blipFill>
        <p:spPr bwMode="auto">
          <a:xfrm>
            <a:off x="13781336" y="7212330"/>
            <a:ext cx="608855" cy="91188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0"/>
          <p:cNvSpPr/>
          <p:nvPr/>
        </p:nvSpPr>
        <p:spPr>
          <a:xfrm>
            <a:off x="602075" y="746212"/>
            <a:ext cx="9893022" cy="779621"/>
          </a:xfrm>
          <a:prstGeom prst="rect">
            <a:avLst/>
          </a:prstGeom>
          <a:noFill/>
          <a:ln/>
        </p:spPr>
        <p:txBody>
          <a:bodyPr wrap="none" lIns="0" tIns="0" rIns="0" bIns="0" rtlCol="0" anchor="t"/>
          <a:lstStyle/>
          <a:p>
            <a:pPr marL="0" indent="0" algn="l">
              <a:lnSpc>
                <a:spcPts val="6100"/>
              </a:lnSpc>
              <a:buNone/>
            </a:pPr>
            <a:r>
              <a:rPr lang="en-US" sz="4900" b="1" dirty="0">
                <a:solidFill>
                  <a:srgbClr val="F95F88"/>
                </a:solidFill>
                <a:latin typeface="Arial Nova Cond" panose="020B0506020202020204" pitchFamily="34" charset="0"/>
                <a:ea typeface="Petrona Bold" pitchFamily="34" charset="-122"/>
                <a:cs typeface="Petrona Bold" pitchFamily="34" charset="-120"/>
              </a:rPr>
              <a:t>Cost-Sensitive Model Performance</a:t>
            </a:r>
            <a:endParaRPr lang="en-US" sz="4900" b="1" dirty="0">
              <a:latin typeface="Arial Nova Cond" panose="020B0506020202020204" pitchFamily="34" charset="0"/>
            </a:endParaRPr>
          </a:p>
        </p:txBody>
      </p:sp>
      <p:sp>
        <p:nvSpPr>
          <p:cNvPr id="3" name="Shape 1"/>
          <p:cNvSpPr/>
          <p:nvPr/>
        </p:nvSpPr>
        <p:spPr>
          <a:xfrm>
            <a:off x="793790" y="3019663"/>
            <a:ext cx="13042821" cy="2692003"/>
          </a:xfrm>
          <a:prstGeom prst="roundRect">
            <a:avLst>
              <a:gd name="adj" fmla="val 3539"/>
            </a:avLst>
          </a:prstGeom>
          <a:noFill/>
          <a:ln w="7620">
            <a:solidFill>
              <a:srgbClr val="000000">
                <a:alpha val="8000"/>
              </a:srgbClr>
            </a:solidFill>
            <a:prstDash val="solid"/>
          </a:ln>
        </p:spPr>
        <p:txBody>
          <a:bodyPr/>
          <a:lstStyle/>
          <a:p>
            <a:endParaRPr lang="en-US" b="1">
              <a:latin typeface="Arial Nova Cond" panose="020B0506020202020204" pitchFamily="34" charset="0"/>
            </a:endParaRPr>
          </a:p>
        </p:txBody>
      </p:sp>
      <p:sp>
        <p:nvSpPr>
          <p:cNvPr id="4" name="Shape 2"/>
          <p:cNvSpPr/>
          <p:nvPr/>
        </p:nvSpPr>
        <p:spPr>
          <a:xfrm>
            <a:off x="788670" y="2934652"/>
            <a:ext cx="13042821" cy="1105853"/>
          </a:xfrm>
          <a:prstGeom prst="rect">
            <a:avLst/>
          </a:prstGeom>
          <a:solidFill>
            <a:srgbClr val="FFFFFF">
              <a:alpha val="4000"/>
            </a:srgbClr>
          </a:solidFill>
          <a:ln/>
        </p:spPr>
        <p:txBody>
          <a:bodyPr/>
          <a:lstStyle/>
          <a:p>
            <a:endParaRPr lang="en-US" sz="2400" b="1" dirty="0">
              <a:latin typeface="Arial Nova Cond" panose="020B0506020202020204" pitchFamily="34" charset="0"/>
            </a:endParaRPr>
          </a:p>
        </p:txBody>
      </p:sp>
      <p:sp>
        <p:nvSpPr>
          <p:cNvPr id="5" name="Text 3"/>
          <p:cNvSpPr/>
          <p:nvPr/>
        </p:nvSpPr>
        <p:spPr>
          <a:xfrm>
            <a:off x="1028819" y="3170992"/>
            <a:ext cx="1714143" cy="362903"/>
          </a:xfrm>
          <a:prstGeom prst="rect">
            <a:avLst/>
          </a:prstGeom>
          <a:noFill/>
          <a:ln/>
        </p:spPr>
        <p:txBody>
          <a:bodyPr wrap="none" lIns="0" tIns="0" rIns="0" bIns="0" rtlCol="0" anchor="t"/>
          <a:lstStyle/>
          <a:p>
            <a:pPr marL="0" indent="0" algn="l">
              <a:lnSpc>
                <a:spcPts val="2850"/>
              </a:lnSpc>
              <a:buNone/>
            </a:pPr>
            <a:r>
              <a:rPr lang="en-US" sz="2400" b="1" dirty="0">
                <a:solidFill>
                  <a:srgbClr val="272525"/>
                </a:solidFill>
                <a:latin typeface="Arial Nova Cond" panose="020B0506020202020204" pitchFamily="34" charset="0"/>
                <a:ea typeface="Inter" pitchFamily="34" charset="-122"/>
                <a:cs typeface="Inter" pitchFamily="34" charset="-120"/>
              </a:rPr>
              <a:t>Segment</a:t>
            </a:r>
            <a:endParaRPr lang="en-US" sz="2400" b="1" dirty="0">
              <a:latin typeface="Arial Nova Cond" panose="020B0506020202020204" pitchFamily="34" charset="0"/>
            </a:endParaRPr>
          </a:p>
        </p:txBody>
      </p:sp>
      <p:sp>
        <p:nvSpPr>
          <p:cNvPr id="6" name="Text 4"/>
          <p:cNvSpPr/>
          <p:nvPr/>
        </p:nvSpPr>
        <p:spPr>
          <a:xfrm>
            <a:off x="3204210" y="3170992"/>
            <a:ext cx="1710333" cy="362903"/>
          </a:xfrm>
          <a:prstGeom prst="rect">
            <a:avLst/>
          </a:prstGeom>
          <a:noFill/>
          <a:ln/>
        </p:spPr>
        <p:txBody>
          <a:bodyPr wrap="none" lIns="0" tIns="0" rIns="0" bIns="0" rtlCol="0" anchor="t"/>
          <a:lstStyle/>
          <a:p>
            <a:pPr marL="0" indent="0" algn="l">
              <a:lnSpc>
                <a:spcPts val="2850"/>
              </a:lnSpc>
              <a:buNone/>
            </a:pPr>
            <a:r>
              <a:rPr lang="en-US" sz="2400" b="1" dirty="0">
                <a:solidFill>
                  <a:srgbClr val="272525"/>
                </a:solidFill>
                <a:latin typeface="Arial Nova Cond" panose="020B0506020202020204" pitchFamily="34" charset="0"/>
                <a:ea typeface="Inter" pitchFamily="34" charset="-122"/>
                <a:cs typeface="Inter" pitchFamily="34" charset="-120"/>
              </a:rPr>
              <a:t>Model</a:t>
            </a:r>
            <a:endParaRPr lang="en-US" sz="2400" b="1" dirty="0">
              <a:latin typeface="Arial Nova Cond" panose="020B0506020202020204" pitchFamily="34" charset="0"/>
            </a:endParaRPr>
          </a:p>
        </p:txBody>
      </p:sp>
      <p:sp>
        <p:nvSpPr>
          <p:cNvPr id="7" name="Text 5"/>
          <p:cNvSpPr/>
          <p:nvPr/>
        </p:nvSpPr>
        <p:spPr>
          <a:xfrm>
            <a:off x="5375791" y="3170992"/>
            <a:ext cx="1710333" cy="725805"/>
          </a:xfrm>
          <a:prstGeom prst="rect">
            <a:avLst/>
          </a:prstGeom>
          <a:noFill/>
          <a:ln/>
        </p:spPr>
        <p:txBody>
          <a:bodyPr wrap="square" lIns="0" tIns="0" rIns="0" bIns="0" rtlCol="0" anchor="t"/>
          <a:lstStyle/>
          <a:p>
            <a:pPr marL="0" indent="0" algn="l">
              <a:lnSpc>
                <a:spcPts val="2850"/>
              </a:lnSpc>
              <a:buNone/>
            </a:pPr>
            <a:r>
              <a:rPr lang="en-US" sz="2400" b="1" dirty="0">
                <a:solidFill>
                  <a:srgbClr val="272525"/>
                </a:solidFill>
                <a:latin typeface="Arial Nova Cond" panose="020B0506020202020204" pitchFamily="34" charset="0"/>
                <a:ea typeface="Inter" pitchFamily="34" charset="-122"/>
                <a:cs typeface="Inter" pitchFamily="34" charset="-120"/>
              </a:rPr>
              <a:t>Precision (Churn Class)</a:t>
            </a:r>
            <a:endParaRPr lang="en-US" sz="2400" b="1" dirty="0">
              <a:latin typeface="Arial Nova Cond" panose="020B0506020202020204" pitchFamily="34" charset="0"/>
            </a:endParaRPr>
          </a:p>
        </p:txBody>
      </p:sp>
      <p:sp>
        <p:nvSpPr>
          <p:cNvPr id="8" name="Text 6"/>
          <p:cNvSpPr/>
          <p:nvPr/>
        </p:nvSpPr>
        <p:spPr>
          <a:xfrm>
            <a:off x="7547372" y="3170992"/>
            <a:ext cx="1710333" cy="725805"/>
          </a:xfrm>
          <a:prstGeom prst="rect">
            <a:avLst/>
          </a:prstGeom>
          <a:noFill/>
          <a:ln/>
        </p:spPr>
        <p:txBody>
          <a:bodyPr wrap="square" lIns="0" tIns="0" rIns="0" bIns="0" rtlCol="0" anchor="t"/>
          <a:lstStyle/>
          <a:p>
            <a:pPr marL="0" indent="0" algn="l">
              <a:lnSpc>
                <a:spcPts val="2850"/>
              </a:lnSpc>
              <a:buNone/>
            </a:pPr>
            <a:r>
              <a:rPr lang="en-US" sz="2400" b="1" dirty="0">
                <a:solidFill>
                  <a:srgbClr val="272525"/>
                </a:solidFill>
                <a:latin typeface="Arial Nova Cond" panose="020B0506020202020204" pitchFamily="34" charset="0"/>
                <a:ea typeface="Inter" pitchFamily="34" charset="-122"/>
                <a:cs typeface="Inter" pitchFamily="34" charset="-120"/>
              </a:rPr>
              <a:t>Recall (Churn Class)</a:t>
            </a:r>
            <a:endParaRPr lang="en-US" sz="2400" b="1" dirty="0">
              <a:latin typeface="Arial Nova Cond" panose="020B0506020202020204" pitchFamily="34" charset="0"/>
            </a:endParaRPr>
          </a:p>
        </p:txBody>
      </p:sp>
      <p:sp>
        <p:nvSpPr>
          <p:cNvPr id="9" name="Text 7"/>
          <p:cNvSpPr/>
          <p:nvPr/>
        </p:nvSpPr>
        <p:spPr>
          <a:xfrm>
            <a:off x="9718953" y="3170992"/>
            <a:ext cx="1710333" cy="725805"/>
          </a:xfrm>
          <a:prstGeom prst="rect">
            <a:avLst/>
          </a:prstGeom>
          <a:noFill/>
          <a:ln/>
        </p:spPr>
        <p:txBody>
          <a:bodyPr wrap="square" lIns="0" tIns="0" rIns="0" bIns="0" rtlCol="0" anchor="t"/>
          <a:lstStyle/>
          <a:p>
            <a:pPr marL="0" indent="0" algn="l">
              <a:lnSpc>
                <a:spcPts val="2850"/>
              </a:lnSpc>
              <a:buNone/>
            </a:pPr>
            <a:r>
              <a:rPr lang="en-US" sz="2400" b="1" dirty="0">
                <a:solidFill>
                  <a:srgbClr val="272525"/>
                </a:solidFill>
                <a:latin typeface="Arial Nova Cond" panose="020B0506020202020204" pitchFamily="34" charset="0"/>
                <a:ea typeface="Inter" pitchFamily="34" charset="-122"/>
                <a:cs typeface="Inter" pitchFamily="34" charset="-120"/>
              </a:rPr>
              <a:t>F1 Score (Churn Class)</a:t>
            </a:r>
            <a:endParaRPr lang="en-US" sz="2400" b="1" dirty="0">
              <a:latin typeface="Arial Nova Cond" panose="020B0506020202020204" pitchFamily="34" charset="0"/>
            </a:endParaRPr>
          </a:p>
        </p:txBody>
      </p:sp>
      <p:sp>
        <p:nvSpPr>
          <p:cNvPr id="10" name="Text 8"/>
          <p:cNvSpPr/>
          <p:nvPr/>
        </p:nvSpPr>
        <p:spPr>
          <a:xfrm>
            <a:off x="11890534" y="3170992"/>
            <a:ext cx="1714143" cy="362903"/>
          </a:xfrm>
          <a:prstGeom prst="rect">
            <a:avLst/>
          </a:prstGeom>
          <a:noFill/>
          <a:ln/>
        </p:spPr>
        <p:txBody>
          <a:bodyPr wrap="none" lIns="0" tIns="0" rIns="0" bIns="0" rtlCol="0" anchor="t"/>
          <a:lstStyle/>
          <a:p>
            <a:pPr marL="0" indent="0" algn="l">
              <a:lnSpc>
                <a:spcPts val="2850"/>
              </a:lnSpc>
              <a:buNone/>
            </a:pPr>
            <a:r>
              <a:rPr lang="en-US" sz="2400" b="1" dirty="0">
                <a:solidFill>
                  <a:srgbClr val="272525"/>
                </a:solidFill>
                <a:latin typeface="Arial Nova Cond" panose="020B0506020202020204" pitchFamily="34" charset="0"/>
                <a:ea typeface="Inter" pitchFamily="34" charset="-122"/>
                <a:cs typeface="Inter" pitchFamily="34" charset="-120"/>
              </a:rPr>
              <a:t>Accuracy</a:t>
            </a:r>
            <a:endParaRPr lang="en-US" sz="2400" b="1" dirty="0">
              <a:latin typeface="Arial Nova Cond" panose="020B0506020202020204" pitchFamily="34" charset="0"/>
            </a:endParaRPr>
          </a:p>
        </p:txBody>
      </p:sp>
      <p:sp>
        <p:nvSpPr>
          <p:cNvPr id="11" name="Shape 9"/>
          <p:cNvSpPr/>
          <p:nvPr/>
        </p:nvSpPr>
        <p:spPr>
          <a:xfrm>
            <a:off x="801410" y="4040505"/>
            <a:ext cx="13030081" cy="650319"/>
          </a:xfrm>
          <a:prstGeom prst="rect">
            <a:avLst/>
          </a:prstGeom>
          <a:solidFill>
            <a:srgbClr val="000000">
              <a:alpha val="4000"/>
            </a:srgbClr>
          </a:solidFill>
          <a:ln/>
        </p:spPr>
        <p:txBody>
          <a:bodyPr/>
          <a:lstStyle/>
          <a:p>
            <a:endParaRPr lang="en-US" sz="2400" b="1">
              <a:latin typeface="Arial Nova Cond" panose="020B0506020202020204" pitchFamily="34" charset="0"/>
            </a:endParaRPr>
          </a:p>
        </p:txBody>
      </p:sp>
      <p:sp>
        <p:nvSpPr>
          <p:cNvPr id="12" name="Text 10"/>
          <p:cNvSpPr/>
          <p:nvPr/>
        </p:nvSpPr>
        <p:spPr>
          <a:xfrm>
            <a:off x="1028819" y="4184213"/>
            <a:ext cx="1714143" cy="362903"/>
          </a:xfrm>
          <a:prstGeom prst="rect">
            <a:avLst/>
          </a:prstGeom>
          <a:noFill/>
          <a:ln/>
        </p:spPr>
        <p:txBody>
          <a:bodyPr wrap="none" lIns="0" tIns="0" rIns="0" bIns="0" rtlCol="0" anchor="t"/>
          <a:lstStyle/>
          <a:p>
            <a:pPr marL="0" indent="0" algn="l">
              <a:lnSpc>
                <a:spcPts val="2850"/>
              </a:lnSpc>
              <a:buNone/>
            </a:pPr>
            <a:r>
              <a:rPr lang="en-US" sz="2400" b="1" dirty="0">
                <a:solidFill>
                  <a:srgbClr val="272525"/>
                </a:solidFill>
                <a:latin typeface="Arial Nova Cond" panose="020B0506020202020204" pitchFamily="34" charset="0"/>
                <a:ea typeface="Inter" pitchFamily="34" charset="-122"/>
                <a:cs typeface="Inter" pitchFamily="34" charset="-120"/>
              </a:rPr>
              <a:t>High Net Worth</a:t>
            </a:r>
            <a:endParaRPr lang="en-US" sz="2400" b="1" dirty="0">
              <a:latin typeface="Arial Nova Cond" panose="020B0506020202020204" pitchFamily="34" charset="0"/>
            </a:endParaRPr>
          </a:p>
        </p:txBody>
      </p:sp>
      <p:sp>
        <p:nvSpPr>
          <p:cNvPr id="13" name="Text 11"/>
          <p:cNvSpPr/>
          <p:nvPr/>
        </p:nvSpPr>
        <p:spPr>
          <a:xfrm>
            <a:off x="3204210" y="4184213"/>
            <a:ext cx="1710333" cy="362903"/>
          </a:xfrm>
          <a:prstGeom prst="rect">
            <a:avLst/>
          </a:prstGeom>
          <a:noFill/>
          <a:ln/>
        </p:spPr>
        <p:txBody>
          <a:bodyPr wrap="none" lIns="0" tIns="0" rIns="0" bIns="0" rtlCol="0" anchor="t"/>
          <a:lstStyle/>
          <a:p>
            <a:pPr marL="0" indent="0" algn="l">
              <a:lnSpc>
                <a:spcPts val="2850"/>
              </a:lnSpc>
              <a:buNone/>
            </a:pPr>
            <a:r>
              <a:rPr lang="en-US" sz="2400" b="1" dirty="0">
                <a:solidFill>
                  <a:srgbClr val="272525"/>
                </a:solidFill>
                <a:latin typeface="Arial Nova Cond" panose="020B0506020202020204" pitchFamily="34" charset="0"/>
                <a:ea typeface="Inter" pitchFamily="34" charset="-122"/>
                <a:cs typeface="Inter" pitchFamily="34" charset="-120"/>
              </a:rPr>
              <a:t>Random Forest</a:t>
            </a:r>
            <a:endParaRPr lang="en-US" sz="2400" b="1" dirty="0">
              <a:latin typeface="Arial Nova Cond" panose="020B0506020202020204" pitchFamily="34" charset="0"/>
            </a:endParaRPr>
          </a:p>
        </p:txBody>
      </p:sp>
      <p:sp>
        <p:nvSpPr>
          <p:cNvPr id="14" name="Text 12"/>
          <p:cNvSpPr/>
          <p:nvPr/>
        </p:nvSpPr>
        <p:spPr>
          <a:xfrm>
            <a:off x="5375791" y="4184213"/>
            <a:ext cx="1710333" cy="362903"/>
          </a:xfrm>
          <a:prstGeom prst="rect">
            <a:avLst/>
          </a:prstGeom>
          <a:noFill/>
          <a:ln/>
        </p:spPr>
        <p:txBody>
          <a:bodyPr wrap="none" lIns="0" tIns="0" rIns="0" bIns="0" rtlCol="0" anchor="t"/>
          <a:lstStyle/>
          <a:p>
            <a:pPr marL="0" indent="0" algn="l">
              <a:lnSpc>
                <a:spcPts val="2850"/>
              </a:lnSpc>
              <a:buNone/>
            </a:pPr>
            <a:r>
              <a:rPr lang="en-US" sz="2400" b="1" dirty="0">
                <a:solidFill>
                  <a:srgbClr val="272525"/>
                </a:solidFill>
                <a:latin typeface="Arial Nova Cond" panose="020B0506020202020204" pitchFamily="34" charset="0"/>
                <a:ea typeface="Inter" pitchFamily="34" charset="-122"/>
                <a:cs typeface="Inter" pitchFamily="34" charset="-120"/>
              </a:rPr>
              <a:t>0.71</a:t>
            </a:r>
            <a:endParaRPr lang="en-US" sz="2400" b="1" dirty="0">
              <a:latin typeface="Arial Nova Cond" panose="020B0506020202020204" pitchFamily="34" charset="0"/>
            </a:endParaRPr>
          </a:p>
        </p:txBody>
      </p:sp>
      <p:sp>
        <p:nvSpPr>
          <p:cNvPr id="15" name="Text 13"/>
          <p:cNvSpPr/>
          <p:nvPr/>
        </p:nvSpPr>
        <p:spPr>
          <a:xfrm>
            <a:off x="7547372" y="4184213"/>
            <a:ext cx="1710333" cy="362903"/>
          </a:xfrm>
          <a:prstGeom prst="rect">
            <a:avLst/>
          </a:prstGeom>
          <a:noFill/>
          <a:ln/>
        </p:spPr>
        <p:txBody>
          <a:bodyPr wrap="none" lIns="0" tIns="0" rIns="0" bIns="0" rtlCol="0" anchor="t"/>
          <a:lstStyle/>
          <a:p>
            <a:pPr marL="0" indent="0" algn="l">
              <a:lnSpc>
                <a:spcPts val="2850"/>
              </a:lnSpc>
              <a:buNone/>
            </a:pPr>
            <a:r>
              <a:rPr lang="en-US" sz="2400" b="1" dirty="0">
                <a:solidFill>
                  <a:srgbClr val="272525"/>
                </a:solidFill>
                <a:latin typeface="Arial Nova Cond" panose="020B0506020202020204" pitchFamily="34" charset="0"/>
                <a:ea typeface="Inter" pitchFamily="34" charset="-122"/>
                <a:cs typeface="Inter" pitchFamily="34" charset="-120"/>
              </a:rPr>
              <a:t>0.34</a:t>
            </a:r>
            <a:endParaRPr lang="en-US" sz="2400" b="1" dirty="0">
              <a:latin typeface="Arial Nova Cond" panose="020B0506020202020204" pitchFamily="34" charset="0"/>
            </a:endParaRPr>
          </a:p>
        </p:txBody>
      </p:sp>
      <p:sp>
        <p:nvSpPr>
          <p:cNvPr id="16" name="Text 14"/>
          <p:cNvSpPr/>
          <p:nvPr/>
        </p:nvSpPr>
        <p:spPr>
          <a:xfrm>
            <a:off x="9718953" y="4184213"/>
            <a:ext cx="1710333" cy="362903"/>
          </a:xfrm>
          <a:prstGeom prst="rect">
            <a:avLst/>
          </a:prstGeom>
          <a:noFill/>
          <a:ln/>
        </p:spPr>
        <p:txBody>
          <a:bodyPr wrap="none" lIns="0" tIns="0" rIns="0" bIns="0" rtlCol="0" anchor="t"/>
          <a:lstStyle/>
          <a:p>
            <a:pPr marL="0" indent="0" algn="l">
              <a:lnSpc>
                <a:spcPts val="2850"/>
              </a:lnSpc>
              <a:buNone/>
            </a:pPr>
            <a:r>
              <a:rPr lang="en-US" sz="2400" b="1" dirty="0">
                <a:solidFill>
                  <a:srgbClr val="272525"/>
                </a:solidFill>
                <a:latin typeface="Arial Nova Cond" panose="020B0506020202020204" pitchFamily="34" charset="0"/>
                <a:ea typeface="Inter" pitchFamily="34" charset="-122"/>
                <a:cs typeface="Inter" pitchFamily="34" charset="-120"/>
              </a:rPr>
              <a:t>0.46</a:t>
            </a:r>
            <a:endParaRPr lang="en-US" sz="2400" b="1" dirty="0">
              <a:latin typeface="Arial Nova Cond" panose="020B0506020202020204" pitchFamily="34" charset="0"/>
            </a:endParaRPr>
          </a:p>
        </p:txBody>
      </p:sp>
      <p:sp>
        <p:nvSpPr>
          <p:cNvPr id="17" name="Text 15"/>
          <p:cNvSpPr/>
          <p:nvPr/>
        </p:nvSpPr>
        <p:spPr>
          <a:xfrm>
            <a:off x="11890534" y="4184213"/>
            <a:ext cx="1714143" cy="362903"/>
          </a:xfrm>
          <a:prstGeom prst="rect">
            <a:avLst/>
          </a:prstGeom>
          <a:noFill/>
          <a:ln/>
        </p:spPr>
        <p:txBody>
          <a:bodyPr wrap="none" lIns="0" tIns="0" rIns="0" bIns="0" rtlCol="0" anchor="t"/>
          <a:lstStyle/>
          <a:p>
            <a:pPr marL="0" indent="0" algn="l">
              <a:lnSpc>
                <a:spcPts val="2850"/>
              </a:lnSpc>
              <a:buNone/>
            </a:pPr>
            <a:r>
              <a:rPr lang="en-US" sz="2400" b="1" dirty="0">
                <a:solidFill>
                  <a:srgbClr val="272525"/>
                </a:solidFill>
                <a:latin typeface="Arial Nova Cond" panose="020B0506020202020204" pitchFamily="34" charset="0"/>
                <a:ea typeface="Inter" pitchFamily="34" charset="-122"/>
                <a:cs typeface="Inter" pitchFamily="34" charset="-120"/>
              </a:rPr>
              <a:t>0.85</a:t>
            </a:r>
            <a:endParaRPr lang="en-US" sz="2400" b="1" dirty="0">
              <a:latin typeface="Arial Nova Cond" panose="020B0506020202020204" pitchFamily="34" charset="0"/>
            </a:endParaRPr>
          </a:p>
        </p:txBody>
      </p:sp>
      <p:sp>
        <p:nvSpPr>
          <p:cNvPr id="18" name="Shape 16"/>
          <p:cNvSpPr/>
          <p:nvPr/>
        </p:nvSpPr>
        <p:spPr>
          <a:xfrm>
            <a:off x="801410" y="4690824"/>
            <a:ext cx="13030081" cy="1013222"/>
          </a:xfrm>
          <a:prstGeom prst="rect">
            <a:avLst/>
          </a:prstGeom>
          <a:solidFill>
            <a:srgbClr val="FFFFFF">
              <a:alpha val="4000"/>
            </a:srgbClr>
          </a:solidFill>
          <a:ln/>
        </p:spPr>
        <p:txBody>
          <a:bodyPr/>
          <a:lstStyle/>
          <a:p>
            <a:endParaRPr lang="en-US" b="1">
              <a:latin typeface="Arial Nova Cond" panose="020B0506020202020204" pitchFamily="34" charset="0"/>
            </a:endParaRPr>
          </a:p>
        </p:txBody>
      </p:sp>
      <p:sp>
        <p:nvSpPr>
          <p:cNvPr id="19" name="Text 17"/>
          <p:cNvSpPr/>
          <p:nvPr/>
        </p:nvSpPr>
        <p:spPr>
          <a:xfrm>
            <a:off x="1028819" y="4834533"/>
            <a:ext cx="1714143" cy="362903"/>
          </a:xfrm>
          <a:prstGeom prst="rect">
            <a:avLst/>
          </a:prstGeom>
          <a:noFill/>
          <a:ln/>
        </p:spPr>
        <p:txBody>
          <a:bodyPr wrap="none" lIns="0" tIns="0" rIns="0" bIns="0" rtlCol="0" anchor="t"/>
          <a:lstStyle/>
          <a:p>
            <a:pPr marL="0" indent="0" algn="l">
              <a:lnSpc>
                <a:spcPts val="2850"/>
              </a:lnSpc>
              <a:buNone/>
            </a:pPr>
            <a:r>
              <a:rPr lang="en-US" sz="2400" b="1" dirty="0">
                <a:solidFill>
                  <a:srgbClr val="272525"/>
                </a:solidFill>
                <a:latin typeface="Arial Nova Cond" panose="020B0506020202020204" pitchFamily="34" charset="0"/>
                <a:ea typeface="Inter" pitchFamily="34" charset="-122"/>
                <a:cs typeface="Inter" pitchFamily="34" charset="-120"/>
              </a:rPr>
              <a:t>Regular</a:t>
            </a:r>
            <a:endParaRPr lang="en-US" sz="2400" b="1" dirty="0">
              <a:latin typeface="Arial Nova Cond" panose="020B0506020202020204" pitchFamily="34" charset="0"/>
            </a:endParaRPr>
          </a:p>
        </p:txBody>
      </p:sp>
      <p:sp>
        <p:nvSpPr>
          <p:cNvPr id="20" name="Text 18"/>
          <p:cNvSpPr/>
          <p:nvPr/>
        </p:nvSpPr>
        <p:spPr>
          <a:xfrm>
            <a:off x="3204210" y="4834533"/>
            <a:ext cx="1710333" cy="725805"/>
          </a:xfrm>
          <a:prstGeom prst="rect">
            <a:avLst/>
          </a:prstGeom>
          <a:noFill/>
          <a:ln/>
        </p:spPr>
        <p:txBody>
          <a:bodyPr wrap="square" lIns="0" tIns="0" rIns="0" bIns="0" rtlCol="0" anchor="t"/>
          <a:lstStyle/>
          <a:p>
            <a:pPr marL="0" indent="0" algn="l">
              <a:lnSpc>
                <a:spcPts val="2850"/>
              </a:lnSpc>
              <a:buNone/>
            </a:pPr>
            <a:r>
              <a:rPr lang="en-US" sz="2400" b="1" dirty="0">
                <a:solidFill>
                  <a:srgbClr val="272525"/>
                </a:solidFill>
                <a:latin typeface="Arial Nova Cond" panose="020B0506020202020204" pitchFamily="34" charset="0"/>
                <a:ea typeface="Inter" pitchFamily="34" charset="-122"/>
                <a:cs typeface="Inter" pitchFamily="34" charset="-120"/>
              </a:rPr>
              <a:t>Gradient Boosting</a:t>
            </a:r>
            <a:endParaRPr lang="en-US" sz="2400" b="1" dirty="0">
              <a:latin typeface="Arial Nova Cond" panose="020B0506020202020204" pitchFamily="34" charset="0"/>
            </a:endParaRPr>
          </a:p>
        </p:txBody>
      </p:sp>
      <p:sp>
        <p:nvSpPr>
          <p:cNvPr id="21" name="Text 19"/>
          <p:cNvSpPr/>
          <p:nvPr/>
        </p:nvSpPr>
        <p:spPr>
          <a:xfrm>
            <a:off x="5375791" y="4834533"/>
            <a:ext cx="1710333" cy="362903"/>
          </a:xfrm>
          <a:prstGeom prst="rect">
            <a:avLst/>
          </a:prstGeom>
          <a:noFill/>
          <a:ln/>
        </p:spPr>
        <p:txBody>
          <a:bodyPr wrap="none" lIns="0" tIns="0" rIns="0" bIns="0" rtlCol="0" anchor="t"/>
          <a:lstStyle/>
          <a:p>
            <a:pPr marL="0" indent="0" algn="l">
              <a:lnSpc>
                <a:spcPts val="2850"/>
              </a:lnSpc>
              <a:buNone/>
            </a:pPr>
            <a:r>
              <a:rPr lang="en-US" sz="2400" b="1" dirty="0">
                <a:solidFill>
                  <a:srgbClr val="272525"/>
                </a:solidFill>
                <a:latin typeface="Arial Nova Cond" panose="020B0506020202020204" pitchFamily="34" charset="0"/>
                <a:ea typeface="Inter" pitchFamily="34" charset="-122"/>
                <a:cs typeface="Inter" pitchFamily="34" charset="-120"/>
              </a:rPr>
              <a:t>0.49</a:t>
            </a:r>
            <a:endParaRPr lang="en-US" sz="2400" b="1" dirty="0">
              <a:latin typeface="Arial Nova Cond" panose="020B0506020202020204" pitchFamily="34" charset="0"/>
            </a:endParaRPr>
          </a:p>
        </p:txBody>
      </p:sp>
      <p:sp>
        <p:nvSpPr>
          <p:cNvPr id="22" name="Text 20"/>
          <p:cNvSpPr/>
          <p:nvPr/>
        </p:nvSpPr>
        <p:spPr>
          <a:xfrm>
            <a:off x="7547372" y="4834533"/>
            <a:ext cx="1710333" cy="362903"/>
          </a:xfrm>
          <a:prstGeom prst="rect">
            <a:avLst/>
          </a:prstGeom>
          <a:noFill/>
          <a:ln/>
        </p:spPr>
        <p:txBody>
          <a:bodyPr wrap="none" lIns="0" tIns="0" rIns="0" bIns="0" rtlCol="0" anchor="t"/>
          <a:lstStyle/>
          <a:p>
            <a:pPr marL="0" indent="0" algn="l">
              <a:lnSpc>
                <a:spcPts val="2850"/>
              </a:lnSpc>
              <a:buNone/>
            </a:pPr>
            <a:r>
              <a:rPr lang="en-US" sz="2400" b="1" dirty="0">
                <a:solidFill>
                  <a:srgbClr val="272525"/>
                </a:solidFill>
                <a:latin typeface="Arial Nova Cond" panose="020B0506020202020204" pitchFamily="34" charset="0"/>
                <a:ea typeface="Inter" pitchFamily="34" charset="-122"/>
                <a:cs typeface="Inter" pitchFamily="34" charset="-120"/>
              </a:rPr>
              <a:t>0.69</a:t>
            </a:r>
            <a:endParaRPr lang="en-US" sz="2400" b="1" dirty="0">
              <a:latin typeface="Arial Nova Cond" panose="020B0506020202020204" pitchFamily="34" charset="0"/>
            </a:endParaRPr>
          </a:p>
        </p:txBody>
      </p:sp>
      <p:sp>
        <p:nvSpPr>
          <p:cNvPr id="23" name="Text 21"/>
          <p:cNvSpPr/>
          <p:nvPr/>
        </p:nvSpPr>
        <p:spPr>
          <a:xfrm>
            <a:off x="9718953" y="4834533"/>
            <a:ext cx="1710333" cy="362903"/>
          </a:xfrm>
          <a:prstGeom prst="rect">
            <a:avLst/>
          </a:prstGeom>
          <a:noFill/>
          <a:ln/>
        </p:spPr>
        <p:txBody>
          <a:bodyPr wrap="none" lIns="0" tIns="0" rIns="0" bIns="0" rtlCol="0" anchor="t"/>
          <a:lstStyle/>
          <a:p>
            <a:pPr marL="0" indent="0" algn="l">
              <a:lnSpc>
                <a:spcPts val="2850"/>
              </a:lnSpc>
              <a:buNone/>
            </a:pPr>
            <a:r>
              <a:rPr lang="en-US" sz="2400" b="1" dirty="0">
                <a:solidFill>
                  <a:srgbClr val="272525"/>
                </a:solidFill>
                <a:latin typeface="Arial Nova Cond" panose="020B0506020202020204" pitchFamily="34" charset="0"/>
                <a:ea typeface="Inter" pitchFamily="34" charset="-122"/>
                <a:cs typeface="Inter" pitchFamily="34" charset="-120"/>
              </a:rPr>
              <a:t>0.57</a:t>
            </a:r>
            <a:endParaRPr lang="en-US" sz="2400" b="1" dirty="0">
              <a:latin typeface="Arial Nova Cond" panose="020B0506020202020204" pitchFamily="34" charset="0"/>
            </a:endParaRPr>
          </a:p>
        </p:txBody>
      </p:sp>
      <p:sp>
        <p:nvSpPr>
          <p:cNvPr id="24" name="Text 22"/>
          <p:cNvSpPr/>
          <p:nvPr/>
        </p:nvSpPr>
        <p:spPr>
          <a:xfrm>
            <a:off x="11890534" y="4834533"/>
            <a:ext cx="1714143" cy="362903"/>
          </a:xfrm>
          <a:prstGeom prst="rect">
            <a:avLst/>
          </a:prstGeom>
          <a:noFill/>
          <a:ln/>
        </p:spPr>
        <p:txBody>
          <a:bodyPr wrap="none" lIns="0" tIns="0" rIns="0" bIns="0" rtlCol="0" anchor="t"/>
          <a:lstStyle/>
          <a:p>
            <a:pPr marL="0" indent="0" algn="l">
              <a:lnSpc>
                <a:spcPts val="2850"/>
              </a:lnSpc>
              <a:buNone/>
            </a:pPr>
            <a:r>
              <a:rPr lang="en-US" sz="2400" b="1" dirty="0">
                <a:solidFill>
                  <a:srgbClr val="272525"/>
                </a:solidFill>
                <a:latin typeface="Arial Nova Cond" panose="020B0506020202020204" pitchFamily="34" charset="0"/>
                <a:ea typeface="Inter" pitchFamily="34" charset="-122"/>
                <a:cs typeface="Inter" pitchFamily="34" charset="-120"/>
              </a:rPr>
              <a:t>0.79</a:t>
            </a:r>
            <a:endParaRPr lang="en-US" sz="2400" b="1" dirty="0">
              <a:latin typeface="Arial Nova Cond" panose="020B0506020202020204" pitchFamily="34" charset="0"/>
            </a:endParaRPr>
          </a:p>
        </p:txBody>
      </p:sp>
      <p:sp>
        <p:nvSpPr>
          <p:cNvPr id="25" name="Text 23"/>
          <p:cNvSpPr/>
          <p:nvPr/>
        </p:nvSpPr>
        <p:spPr>
          <a:xfrm>
            <a:off x="793790" y="5966817"/>
            <a:ext cx="13042821" cy="362903"/>
          </a:xfrm>
          <a:prstGeom prst="rect">
            <a:avLst/>
          </a:prstGeom>
          <a:noFill/>
          <a:ln/>
        </p:spPr>
        <p:txBody>
          <a:bodyPr wrap="none" lIns="0" tIns="0" rIns="0" bIns="0" rtlCol="0" anchor="t"/>
          <a:lstStyle/>
          <a:p>
            <a:pPr marL="0" indent="0" algn="l">
              <a:lnSpc>
                <a:spcPts val="2850"/>
              </a:lnSpc>
              <a:buNone/>
            </a:pPr>
            <a:r>
              <a:rPr lang="en-US" sz="2000" b="1" dirty="0">
                <a:solidFill>
                  <a:srgbClr val="272525"/>
                </a:solidFill>
                <a:latin typeface="Arial Nova Cond" panose="020B0506020202020204" pitchFamily="34" charset="0"/>
                <a:ea typeface="Inter" pitchFamily="34" charset="-122"/>
                <a:cs typeface="Inter" pitchFamily="34" charset="-120"/>
              </a:rPr>
              <a:t>Cost-sensitive tuning improves detection of churners without high false positives.</a:t>
            </a:r>
            <a:endParaRPr lang="en-US" sz="2000" b="1" dirty="0">
              <a:latin typeface="Arial Nova Cond" panose="020B0506020202020204" pitchFamily="34" charset="0"/>
            </a:endParaRPr>
          </a:p>
        </p:txBody>
      </p:sp>
      <p:pic>
        <p:nvPicPr>
          <p:cNvPr id="26" name="Picture 2">
            <a:extLst>
              <a:ext uri="{FF2B5EF4-FFF2-40B4-BE49-F238E27FC236}">
                <a16:creationId xmlns:a16="http://schemas.microsoft.com/office/drawing/2014/main" id="{E070F340-47E6-3EBB-2F0A-26AB63E1633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2075" t="5175" r="31076" b="5528"/>
          <a:stretch/>
        </p:blipFill>
        <p:spPr bwMode="auto">
          <a:xfrm>
            <a:off x="13781336" y="7212330"/>
            <a:ext cx="608855" cy="911882"/>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274C4B6B-C116-FF4A-1214-1DC841100855}"/>
              </a:ext>
            </a:extLst>
          </p:cNvPr>
          <p:cNvSpPr txBox="1"/>
          <p:nvPr/>
        </p:nvSpPr>
        <p:spPr>
          <a:xfrm>
            <a:off x="788670" y="2052636"/>
            <a:ext cx="11101864" cy="383375"/>
          </a:xfrm>
          <a:prstGeom prst="rect">
            <a:avLst/>
          </a:prstGeom>
          <a:noFill/>
        </p:spPr>
        <p:txBody>
          <a:bodyPr wrap="square">
            <a:spAutoFit/>
          </a:bodyPr>
          <a:lstStyle/>
          <a:p>
            <a:pPr>
              <a:lnSpc>
                <a:spcPct val="115000"/>
              </a:lnSpc>
              <a:spcAft>
                <a:spcPts val="800"/>
              </a:spcAft>
            </a:pPr>
            <a:r>
              <a:rPr lang="en-US" sz="1800" kern="100" dirty="0">
                <a:effectLst/>
                <a:latin typeface="Arial Nova Cond" panose="020B0506020202020204" pitchFamily="34" charset="0"/>
                <a:ea typeface="Aptos" panose="020B0004020202020204" pitchFamily="34" charset="0"/>
                <a:cs typeface="Times New Roman" panose="02020603050405020304" pitchFamily="18" charset="0"/>
              </a:rPr>
              <a:t>To address statistical imbalance and misclassification issue, we applied cost sensitive learning to churned category.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16964ED-2096-C880-F808-F070F9BBE306}"/>
              </a:ext>
            </a:extLst>
          </p:cNvPr>
          <p:cNvSpPr/>
          <p:nvPr/>
        </p:nvSpPr>
        <p:spPr>
          <a:xfrm>
            <a:off x="550722" y="517207"/>
            <a:ext cx="5896213" cy="506730"/>
          </a:xfrm>
          <a:prstGeom prst="rect">
            <a:avLst/>
          </a:prstGeom>
          <a:noFill/>
          <a:ln/>
        </p:spPr>
        <p:txBody>
          <a:bodyPr wrap="none" lIns="0" tIns="0" rIns="0" bIns="0" rtlCol="0" anchor="t"/>
          <a:lstStyle/>
          <a:p>
            <a:pPr marL="0" indent="0" algn="l">
              <a:lnSpc>
                <a:spcPts val="3950"/>
              </a:lnSpc>
              <a:buNone/>
            </a:pPr>
            <a:r>
              <a:rPr lang="en-US" sz="4900" b="1" dirty="0">
                <a:solidFill>
                  <a:srgbClr val="F95F88"/>
                </a:solidFill>
                <a:latin typeface="Arial Nova Cond" panose="020B0506020202020204" pitchFamily="34" charset="0"/>
                <a:ea typeface="Petrona Bold" pitchFamily="34" charset="-122"/>
                <a:cs typeface="Petrona Bold" pitchFamily="34" charset="-120"/>
              </a:rPr>
              <a:t>Feature Importance by Segment (HNW)</a:t>
            </a:r>
            <a:endParaRPr lang="en-US" sz="4900" dirty="0">
              <a:latin typeface="Arial Nova Cond" panose="020B0506020202020204" pitchFamily="34" charset="0"/>
            </a:endParaRPr>
          </a:p>
        </p:txBody>
      </p:sp>
      <p:pic>
        <p:nvPicPr>
          <p:cNvPr id="3" name="Image 0" descr="preencoded.png">
            <a:extLst>
              <a:ext uri="{FF2B5EF4-FFF2-40B4-BE49-F238E27FC236}">
                <a16:creationId xmlns:a16="http://schemas.microsoft.com/office/drawing/2014/main" id="{48B06773-A7A9-4A5F-7693-6D4366091C1A}"/>
              </a:ext>
            </a:extLst>
          </p:cNvPr>
          <p:cNvPicPr>
            <a:picLocks noChangeAspect="1"/>
          </p:cNvPicPr>
          <p:nvPr/>
        </p:nvPicPr>
        <p:blipFill>
          <a:blip r:embed="rId2"/>
          <a:stretch>
            <a:fillRect/>
          </a:stretch>
        </p:blipFill>
        <p:spPr>
          <a:xfrm>
            <a:off x="550722" y="1303273"/>
            <a:ext cx="8581703" cy="6409120"/>
          </a:xfrm>
          <a:prstGeom prst="rect">
            <a:avLst/>
          </a:prstGeom>
        </p:spPr>
      </p:pic>
      <p:sp>
        <p:nvSpPr>
          <p:cNvPr id="4" name="Text 2">
            <a:extLst>
              <a:ext uri="{FF2B5EF4-FFF2-40B4-BE49-F238E27FC236}">
                <a16:creationId xmlns:a16="http://schemas.microsoft.com/office/drawing/2014/main" id="{5C79F00E-0FB5-E1F8-C199-2706D4111C06}"/>
              </a:ext>
            </a:extLst>
          </p:cNvPr>
          <p:cNvSpPr/>
          <p:nvPr/>
        </p:nvSpPr>
        <p:spPr>
          <a:xfrm>
            <a:off x="9414068" y="2495259"/>
            <a:ext cx="2432685" cy="303967"/>
          </a:xfrm>
          <a:prstGeom prst="rect">
            <a:avLst/>
          </a:prstGeom>
          <a:noFill/>
          <a:ln/>
        </p:spPr>
        <p:txBody>
          <a:bodyPr wrap="none" lIns="0" tIns="0" rIns="0" bIns="0" rtlCol="0" anchor="t"/>
          <a:lstStyle/>
          <a:p>
            <a:pPr marL="0" indent="0" algn="l">
              <a:lnSpc>
                <a:spcPts val="2350"/>
              </a:lnSpc>
              <a:buNone/>
            </a:pPr>
            <a:r>
              <a:rPr lang="en-US" sz="3200" b="1" dirty="0">
                <a:solidFill>
                  <a:srgbClr val="272525"/>
                </a:solidFill>
                <a:latin typeface="Arial Nova Cond" panose="020B0506020202020204" pitchFamily="34" charset="0"/>
                <a:ea typeface="Petrona Bold" pitchFamily="34" charset="-122"/>
                <a:cs typeface="Petrona Bold" pitchFamily="34" charset="-120"/>
              </a:rPr>
              <a:t>HNW Segment</a:t>
            </a:r>
            <a:endParaRPr lang="en-US" sz="3200" dirty="0">
              <a:latin typeface="Arial Nova Cond" panose="020B0506020202020204" pitchFamily="34" charset="0"/>
            </a:endParaRPr>
          </a:p>
        </p:txBody>
      </p:sp>
      <p:sp>
        <p:nvSpPr>
          <p:cNvPr id="5" name="Text 3">
            <a:extLst>
              <a:ext uri="{FF2B5EF4-FFF2-40B4-BE49-F238E27FC236}">
                <a16:creationId xmlns:a16="http://schemas.microsoft.com/office/drawing/2014/main" id="{BC4776C9-D568-CA5F-B387-510ABCE3E2F7}"/>
              </a:ext>
            </a:extLst>
          </p:cNvPr>
          <p:cNvSpPr/>
          <p:nvPr/>
        </p:nvSpPr>
        <p:spPr>
          <a:xfrm>
            <a:off x="9414068" y="2972012"/>
            <a:ext cx="4382955" cy="768681"/>
          </a:xfrm>
          <a:prstGeom prst="rect">
            <a:avLst/>
          </a:prstGeom>
          <a:noFill/>
          <a:ln/>
        </p:spPr>
        <p:txBody>
          <a:bodyPr wrap="none" lIns="0" tIns="0" rIns="0" bIns="0" rtlCol="0" anchor="t"/>
          <a:lstStyle/>
          <a:p>
            <a:pPr marL="0" indent="0" algn="l">
              <a:buNone/>
            </a:pPr>
            <a:r>
              <a:rPr lang="en-US" sz="2400" dirty="0">
                <a:solidFill>
                  <a:srgbClr val="272525"/>
                </a:solidFill>
                <a:latin typeface="Arial Nova Cond" panose="020B0506020202020204" pitchFamily="34" charset="0"/>
                <a:ea typeface="Inter" pitchFamily="34" charset="-122"/>
                <a:cs typeface="Inter" pitchFamily="34" charset="-120"/>
              </a:rPr>
              <a:t>Age, product number, account balance</a:t>
            </a:r>
          </a:p>
          <a:p>
            <a:pPr marL="0" indent="0" algn="l">
              <a:buNone/>
            </a:pPr>
            <a:r>
              <a:rPr lang="en-US" sz="2400" dirty="0">
                <a:solidFill>
                  <a:srgbClr val="272525"/>
                </a:solidFill>
                <a:latin typeface="Arial Nova Cond" panose="020B0506020202020204" pitchFamily="34" charset="0"/>
                <a:ea typeface="Inter" pitchFamily="34" charset="-122"/>
                <a:cs typeface="Inter" pitchFamily="34" charset="-120"/>
              </a:rPr>
              <a:t>and active membership drive churn risk.</a:t>
            </a:r>
            <a:endParaRPr lang="en-US" sz="2400" dirty="0">
              <a:latin typeface="Arial Nova Cond" panose="020B0506020202020204" pitchFamily="34" charset="0"/>
            </a:endParaRPr>
          </a:p>
        </p:txBody>
      </p:sp>
      <p:pic>
        <p:nvPicPr>
          <p:cNvPr id="6" name="Picture 2">
            <a:extLst>
              <a:ext uri="{FF2B5EF4-FFF2-40B4-BE49-F238E27FC236}">
                <a16:creationId xmlns:a16="http://schemas.microsoft.com/office/drawing/2014/main" id="{C3183E52-CB45-E631-35A3-C5EB48688E3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2075" t="5175" r="31076" b="5528"/>
          <a:stretch/>
        </p:blipFill>
        <p:spPr bwMode="auto">
          <a:xfrm>
            <a:off x="13781336" y="7212330"/>
            <a:ext cx="608855" cy="9118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4232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4E2719C-9C5E-A446-D9E8-B44FE1742416}"/>
              </a:ext>
            </a:extLst>
          </p:cNvPr>
          <p:cNvSpPr/>
          <p:nvPr/>
        </p:nvSpPr>
        <p:spPr>
          <a:xfrm>
            <a:off x="550722" y="517207"/>
            <a:ext cx="5896213" cy="506730"/>
          </a:xfrm>
          <a:prstGeom prst="rect">
            <a:avLst/>
          </a:prstGeom>
          <a:noFill/>
          <a:ln/>
        </p:spPr>
        <p:txBody>
          <a:bodyPr wrap="none" lIns="0" tIns="0" rIns="0" bIns="0" rtlCol="0" anchor="t"/>
          <a:lstStyle/>
          <a:p>
            <a:pPr marL="0" indent="0" algn="l">
              <a:lnSpc>
                <a:spcPts val="3950"/>
              </a:lnSpc>
              <a:buNone/>
            </a:pPr>
            <a:r>
              <a:rPr lang="en-US" sz="4900" b="1" dirty="0">
                <a:solidFill>
                  <a:srgbClr val="F95F88"/>
                </a:solidFill>
                <a:latin typeface="Arial Nova Cond" panose="020B0506020202020204" pitchFamily="34" charset="0"/>
                <a:ea typeface="Petrona Bold" pitchFamily="34" charset="-122"/>
                <a:cs typeface="Petrona Bold" pitchFamily="34" charset="-120"/>
              </a:rPr>
              <a:t>Feature Importance by Segment (Regular)</a:t>
            </a:r>
            <a:endParaRPr lang="en-US" sz="4900" dirty="0">
              <a:latin typeface="Arial Nova Cond" panose="020B0506020202020204" pitchFamily="34" charset="0"/>
            </a:endParaRPr>
          </a:p>
        </p:txBody>
      </p:sp>
      <p:pic>
        <p:nvPicPr>
          <p:cNvPr id="3" name="Image 1" descr="preencoded.png">
            <a:extLst>
              <a:ext uri="{FF2B5EF4-FFF2-40B4-BE49-F238E27FC236}">
                <a16:creationId xmlns:a16="http://schemas.microsoft.com/office/drawing/2014/main" id="{6F7BB0D3-9F63-9F5E-E503-BDA20C30A503}"/>
              </a:ext>
            </a:extLst>
          </p:cNvPr>
          <p:cNvPicPr>
            <a:picLocks noChangeAspect="1"/>
          </p:cNvPicPr>
          <p:nvPr/>
        </p:nvPicPr>
        <p:blipFill>
          <a:blip r:embed="rId2"/>
          <a:stretch>
            <a:fillRect/>
          </a:stretch>
        </p:blipFill>
        <p:spPr>
          <a:xfrm>
            <a:off x="367649" y="1212844"/>
            <a:ext cx="8949971" cy="6683986"/>
          </a:xfrm>
          <a:prstGeom prst="rect">
            <a:avLst/>
          </a:prstGeom>
        </p:spPr>
      </p:pic>
      <p:pic>
        <p:nvPicPr>
          <p:cNvPr id="4" name="Picture 2">
            <a:extLst>
              <a:ext uri="{FF2B5EF4-FFF2-40B4-BE49-F238E27FC236}">
                <a16:creationId xmlns:a16="http://schemas.microsoft.com/office/drawing/2014/main" id="{5B27D6D7-77CE-F147-09C7-837C983E2E9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2075" t="5175" r="31076" b="5528"/>
          <a:stretch/>
        </p:blipFill>
        <p:spPr bwMode="auto">
          <a:xfrm>
            <a:off x="13781336" y="7212330"/>
            <a:ext cx="608855" cy="911882"/>
          </a:xfrm>
          <a:prstGeom prst="rect">
            <a:avLst/>
          </a:prstGeom>
          <a:noFill/>
          <a:extLst>
            <a:ext uri="{909E8E84-426E-40DD-AFC4-6F175D3DCCD1}">
              <a14:hiddenFill xmlns:a14="http://schemas.microsoft.com/office/drawing/2010/main">
                <a:solidFill>
                  <a:srgbClr val="FFFFFF"/>
                </a:solidFill>
              </a14:hiddenFill>
            </a:ext>
          </a:extLst>
        </p:spPr>
      </p:pic>
      <p:sp>
        <p:nvSpPr>
          <p:cNvPr id="5" name="Text 4">
            <a:extLst>
              <a:ext uri="{FF2B5EF4-FFF2-40B4-BE49-F238E27FC236}">
                <a16:creationId xmlns:a16="http://schemas.microsoft.com/office/drawing/2014/main" id="{2525E5E3-0113-5C2D-8AC2-8752A3496C49}"/>
              </a:ext>
            </a:extLst>
          </p:cNvPr>
          <p:cNvSpPr/>
          <p:nvPr/>
        </p:nvSpPr>
        <p:spPr>
          <a:xfrm>
            <a:off x="9795715" y="2311743"/>
            <a:ext cx="2432685" cy="303967"/>
          </a:xfrm>
          <a:prstGeom prst="rect">
            <a:avLst/>
          </a:prstGeom>
          <a:noFill/>
          <a:ln/>
        </p:spPr>
        <p:txBody>
          <a:bodyPr wrap="none" lIns="0" tIns="0" rIns="0" bIns="0" rtlCol="0" anchor="t"/>
          <a:lstStyle/>
          <a:p>
            <a:pPr marL="0" indent="0" algn="l">
              <a:lnSpc>
                <a:spcPts val="2350"/>
              </a:lnSpc>
              <a:buNone/>
            </a:pPr>
            <a:r>
              <a:rPr lang="en-US" sz="3200" b="1" dirty="0">
                <a:solidFill>
                  <a:srgbClr val="272525"/>
                </a:solidFill>
                <a:latin typeface="Arial Nova Cond" panose="020B0506020202020204" pitchFamily="34" charset="0"/>
                <a:ea typeface="Petrona Bold" pitchFamily="34" charset="-122"/>
                <a:cs typeface="Petrona Bold" pitchFamily="34" charset="-120"/>
              </a:rPr>
              <a:t>Regular Segment</a:t>
            </a:r>
            <a:endParaRPr lang="en-US" sz="3200" dirty="0">
              <a:latin typeface="Arial Nova Cond" panose="020B0506020202020204" pitchFamily="34" charset="0"/>
            </a:endParaRPr>
          </a:p>
        </p:txBody>
      </p:sp>
      <p:sp>
        <p:nvSpPr>
          <p:cNvPr id="6" name="Text 5">
            <a:extLst>
              <a:ext uri="{FF2B5EF4-FFF2-40B4-BE49-F238E27FC236}">
                <a16:creationId xmlns:a16="http://schemas.microsoft.com/office/drawing/2014/main" id="{75F18869-5FAB-FDF5-D5B6-6071BEEA6DB7}"/>
              </a:ext>
            </a:extLst>
          </p:cNvPr>
          <p:cNvSpPr/>
          <p:nvPr/>
        </p:nvSpPr>
        <p:spPr>
          <a:xfrm>
            <a:off x="9795715" y="2792072"/>
            <a:ext cx="4594476" cy="720845"/>
          </a:xfrm>
          <a:prstGeom prst="rect">
            <a:avLst/>
          </a:prstGeom>
          <a:noFill/>
          <a:ln/>
        </p:spPr>
        <p:txBody>
          <a:bodyPr wrap="none" lIns="0" tIns="0" rIns="0" bIns="0" rtlCol="0" anchor="t"/>
          <a:lstStyle/>
          <a:p>
            <a:pPr marL="0" indent="0" algn="l">
              <a:buNone/>
            </a:pPr>
            <a:r>
              <a:rPr lang="en-US" sz="2400" dirty="0">
                <a:solidFill>
                  <a:srgbClr val="272525"/>
                </a:solidFill>
                <a:latin typeface="Arial Nova Cond" panose="020B0506020202020204" pitchFamily="34" charset="0"/>
                <a:ea typeface="Inter" pitchFamily="34" charset="-122"/>
                <a:cs typeface="Inter" pitchFamily="34" charset="-120"/>
              </a:rPr>
              <a:t>Age, product count, and balance </a:t>
            </a:r>
            <a:br>
              <a:rPr lang="en-US" sz="2400" dirty="0">
                <a:solidFill>
                  <a:srgbClr val="272525"/>
                </a:solidFill>
                <a:latin typeface="Arial Nova Cond" panose="020B0506020202020204" pitchFamily="34" charset="0"/>
                <a:ea typeface="Inter" pitchFamily="34" charset="-122"/>
                <a:cs typeface="Inter" pitchFamily="34" charset="-120"/>
              </a:rPr>
            </a:br>
            <a:r>
              <a:rPr lang="en-US" sz="2400" dirty="0">
                <a:solidFill>
                  <a:srgbClr val="272525"/>
                </a:solidFill>
                <a:latin typeface="Arial Nova Cond" panose="020B0506020202020204" pitchFamily="34" charset="0"/>
                <a:ea typeface="Inter" pitchFamily="34" charset="-122"/>
                <a:cs typeface="Inter" pitchFamily="34" charset="-120"/>
              </a:rPr>
              <a:t>are most influential features.</a:t>
            </a:r>
            <a:endParaRPr lang="en-US" sz="2400" dirty="0">
              <a:latin typeface="Arial Nova Cond" panose="020B0506020202020204" pitchFamily="34" charset="0"/>
            </a:endParaRPr>
          </a:p>
        </p:txBody>
      </p:sp>
    </p:spTree>
    <p:extLst>
      <p:ext uri="{BB962C8B-B14F-4D97-AF65-F5344CB8AC3E}">
        <p14:creationId xmlns:p14="http://schemas.microsoft.com/office/powerpoint/2010/main" val="3451204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196" name="Picture 4">
            <a:extLst>
              <a:ext uri="{FF2B5EF4-FFF2-40B4-BE49-F238E27FC236}">
                <a16:creationId xmlns:a16="http://schemas.microsoft.com/office/drawing/2014/main" id="{9F9F208C-0D82-130F-5F58-C104B4DF7D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884" y="1452562"/>
            <a:ext cx="9251552" cy="6464522"/>
          </a:xfrm>
          <a:prstGeom prst="rect">
            <a:avLst/>
          </a:prstGeom>
          <a:noFill/>
          <a:extLst>
            <a:ext uri="{909E8E84-426E-40DD-AFC4-6F175D3DCCD1}">
              <a14:hiddenFill xmlns:a14="http://schemas.microsoft.com/office/drawing/2010/main">
                <a:solidFill>
                  <a:srgbClr val="FFFFFF"/>
                </a:solidFill>
              </a14:hiddenFill>
            </a:ext>
          </a:extLst>
        </p:spPr>
      </p:pic>
      <p:sp>
        <p:nvSpPr>
          <p:cNvPr id="3" name="Text 0">
            <a:extLst>
              <a:ext uri="{FF2B5EF4-FFF2-40B4-BE49-F238E27FC236}">
                <a16:creationId xmlns:a16="http://schemas.microsoft.com/office/drawing/2014/main" id="{5256B42D-E08C-89F4-2DAF-14B1AB303A32}"/>
              </a:ext>
            </a:extLst>
          </p:cNvPr>
          <p:cNvSpPr/>
          <p:nvPr/>
        </p:nvSpPr>
        <p:spPr>
          <a:xfrm>
            <a:off x="631745" y="412449"/>
            <a:ext cx="7762280" cy="779621"/>
          </a:xfrm>
          <a:prstGeom prst="rect">
            <a:avLst/>
          </a:prstGeom>
          <a:noFill/>
          <a:ln/>
        </p:spPr>
        <p:txBody>
          <a:bodyPr wrap="none" lIns="0" tIns="0" rIns="0" bIns="0" rtlCol="0" anchor="t"/>
          <a:lstStyle/>
          <a:p>
            <a:pPr marL="0" indent="0" algn="l">
              <a:lnSpc>
                <a:spcPts val="6100"/>
              </a:lnSpc>
              <a:buNone/>
            </a:pPr>
            <a:r>
              <a:rPr lang="en-US" sz="4900" b="1" dirty="0">
                <a:solidFill>
                  <a:srgbClr val="F95F88"/>
                </a:solidFill>
                <a:latin typeface="Arial Nova Cond" panose="020B0506020202020204" pitchFamily="34" charset="0"/>
                <a:ea typeface="Petrona Bold" pitchFamily="34" charset="-122"/>
                <a:cs typeface="Petrona Bold" pitchFamily="34" charset="-120"/>
              </a:rPr>
              <a:t>Churn Risk Score</a:t>
            </a:r>
            <a:endParaRPr lang="en-US" sz="4900" dirty="0">
              <a:latin typeface="Arial Nova Cond" panose="020B0506020202020204" pitchFamily="34" charset="0"/>
            </a:endParaRPr>
          </a:p>
        </p:txBody>
      </p:sp>
      <p:pic>
        <p:nvPicPr>
          <p:cNvPr id="4" name="Picture 2">
            <a:extLst>
              <a:ext uri="{FF2B5EF4-FFF2-40B4-BE49-F238E27FC236}">
                <a16:creationId xmlns:a16="http://schemas.microsoft.com/office/drawing/2014/main" id="{8EE34246-37FE-3A33-F9C2-036FC284CEF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2075" t="5175" r="31076" b="5528"/>
          <a:stretch/>
        </p:blipFill>
        <p:spPr bwMode="auto">
          <a:xfrm>
            <a:off x="13872814" y="7212330"/>
            <a:ext cx="608855" cy="911882"/>
          </a:xfrm>
          <a:prstGeom prst="rect">
            <a:avLst/>
          </a:prstGeom>
          <a:noFill/>
          <a:extLst>
            <a:ext uri="{909E8E84-426E-40DD-AFC4-6F175D3DCCD1}">
              <a14:hiddenFill xmlns:a14="http://schemas.microsoft.com/office/drawing/2010/main">
                <a:solidFill>
                  <a:srgbClr val="FFFFFF"/>
                </a:solidFill>
              </a14:hiddenFill>
            </a:ext>
          </a:extLst>
        </p:spPr>
      </p:pic>
      <p:sp>
        <p:nvSpPr>
          <p:cNvPr id="2" name="Text 1">
            <a:extLst>
              <a:ext uri="{FF2B5EF4-FFF2-40B4-BE49-F238E27FC236}">
                <a16:creationId xmlns:a16="http://schemas.microsoft.com/office/drawing/2014/main" id="{A94AB9FE-175A-5594-E6A1-CECAB952B2E4}"/>
              </a:ext>
            </a:extLst>
          </p:cNvPr>
          <p:cNvSpPr/>
          <p:nvPr/>
        </p:nvSpPr>
        <p:spPr>
          <a:xfrm>
            <a:off x="10212795" y="2262756"/>
            <a:ext cx="3118842" cy="389930"/>
          </a:xfrm>
          <a:prstGeom prst="rect">
            <a:avLst/>
          </a:prstGeom>
          <a:noFill/>
          <a:ln/>
        </p:spPr>
        <p:txBody>
          <a:bodyPr wrap="none" lIns="0" tIns="0" rIns="0" bIns="0" rtlCol="0" anchor="t"/>
          <a:lstStyle/>
          <a:p>
            <a:pPr marL="0" indent="0" algn="l">
              <a:lnSpc>
                <a:spcPts val="3050"/>
              </a:lnSpc>
              <a:buNone/>
            </a:pPr>
            <a:r>
              <a:rPr lang="en-US" sz="2450" b="1" dirty="0">
                <a:solidFill>
                  <a:srgbClr val="272525"/>
                </a:solidFill>
                <a:latin typeface="Arial Nova Cond" panose="020B0506020202020204" pitchFamily="34" charset="0"/>
                <a:ea typeface="Petrona Bold" pitchFamily="34" charset="-122"/>
                <a:cs typeface="Petrona Bold" pitchFamily="34" charset="-120"/>
              </a:rPr>
              <a:t>Scoring Tiers</a:t>
            </a:r>
            <a:endParaRPr lang="en-US" sz="2450" dirty="0">
              <a:latin typeface="Arial Nova Cond" panose="020B0506020202020204" pitchFamily="34" charset="0"/>
            </a:endParaRPr>
          </a:p>
        </p:txBody>
      </p:sp>
      <p:sp>
        <p:nvSpPr>
          <p:cNvPr id="5" name="Text 2">
            <a:extLst>
              <a:ext uri="{FF2B5EF4-FFF2-40B4-BE49-F238E27FC236}">
                <a16:creationId xmlns:a16="http://schemas.microsoft.com/office/drawing/2014/main" id="{A9D02AE1-F0A0-6DD6-C4F7-5CDF11D08080}"/>
              </a:ext>
            </a:extLst>
          </p:cNvPr>
          <p:cNvSpPr/>
          <p:nvPr/>
        </p:nvSpPr>
        <p:spPr>
          <a:xfrm>
            <a:off x="10166759" y="2863240"/>
            <a:ext cx="4220659" cy="1027534"/>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Arial Nova Cond" panose="020B0506020202020204" pitchFamily="34" charset="0"/>
                <a:ea typeface="Inter" pitchFamily="34" charset="-122"/>
                <a:cs typeface="Inter" pitchFamily="34" charset="-120"/>
              </a:rPr>
              <a:t>High risk ≥0.70, Medium 0.40–0.69, </a:t>
            </a:r>
            <a:br>
              <a:rPr lang="en-US" sz="1750" dirty="0">
                <a:solidFill>
                  <a:srgbClr val="272525"/>
                </a:solidFill>
                <a:latin typeface="Arial Nova Cond" panose="020B0506020202020204" pitchFamily="34" charset="0"/>
                <a:ea typeface="Inter" pitchFamily="34" charset="-122"/>
                <a:cs typeface="Inter" pitchFamily="34" charset="-120"/>
              </a:rPr>
            </a:br>
            <a:r>
              <a:rPr lang="en-US" sz="1750" dirty="0">
                <a:solidFill>
                  <a:srgbClr val="272525"/>
                </a:solidFill>
                <a:latin typeface="Arial Nova Cond" panose="020B0506020202020204" pitchFamily="34" charset="0"/>
                <a:ea typeface="Inter" pitchFamily="34" charset="-122"/>
                <a:cs typeface="Inter" pitchFamily="34" charset="-120"/>
              </a:rPr>
              <a:t>Low below 0.40 scores.</a:t>
            </a:r>
            <a:endParaRPr lang="en-US" sz="1750" dirty="0">
              <a:latin typeface="Arial Nova Cond" panose="020B0506020202020204" pitchFamily="34" charset="0"/>
            </a:endParaRPr>
          </a:p>
        </p:txBody>
      </p:sp>
    </p:spTree>
    <p:extLst>
      <p:ext uri="{BB962C8B-B14F-4D97-AF65-F5344CB8AC3E}">
        <p14:creationId xmlns:p14="http://schemas.microsoft.com/office/powerpoint/2010/main" val="15128743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0"/>
          <p:cNvSpPr/>
          <p:nvPr/>
        </p:nvSpPr>
        <p:spPr>
          <a:xfrm>
            <a:off x="631745" y="367293"/>
            <a:ext cx="7762280" cy="779621"/>
          </a:xfrm>
          <a:prstGeom prst="rect">
            <a:avLst/>
          </a:prstGeom>
          <a:noFill/>
          <a:ln/>
        </p:spPr>
        <p:txBody>
          <a:bodyPr wrap="none" lIns="0" tIns="0" rIns="0" bIns="0" rtlCol="0" anchor="t"/>
          <a:lstStyle/>
          <a:p>
            <a:pPr marL="0" indent="0" algn="l">
              <a:lnSpc>
                <a:spcPts val="6100"/>
              </a:lnSpc>
              <a:buNone/>
            </a:pPr>
            <a:r>
              <a:rPr lang="en-US" sz="4900" b="1" dirty="0">
                <a:solidFill>
                  <a:srgbClr val="F95F88"/>
                </a:solidFill>
                <a:latin typeface="Arial Nova Cond" panose="020B0506020202020204" pitchFamily="34" charset="0"/>
                <a:ea typeface="Petrona Bold" pitchFamily="34" charset="-122"/>
                <a:cs typeface="Petrona Bold" pitchFamily="34" charset="-120"/>
              </a:rPr>
              <a:t>Churn Risk Scoring System</a:t>
            </a:r>
            <a:endParaRPr lang="en-US" sz="4900" dirty="0">
              <a:latin typeface="Arial Nova Cond" panose="020B0506020202020204" pitchFamily="34" charset="0"/>
            </a:endParaRPr>
          </a:p>
        </p:txBody>
      </p:sp>
      <p:pic>
        <p:nvPicPr>
          <p:cNvPr id="3" name="Image 0" descr="preencoded.png"/>
          <p:cNvPicPr>
            <a:picLocks noChangeAspect="1"/>
          </p:cNvPicPr>
          <p:nvPr/>
        </p:nvPicPr>
        <p:blipFill>
          <a:blip r:embed="rId3"/>
          <a:stretch>
            <a:fillRect/>
          </a:stretch>
        </p:blipFill>
        <p:spPr>
          <a:xfrm>
            <a:off x="458123" y="1599127"/>
            <a:ext cx="9215231" cy="6300758"/>
          </a:xfrm>
          <a:prstGeom prst="rect">
            <a:avLst/>
          </a:prstGeom>
        </p:spPr>
      </p:pic>
      <p:pic>
        <p:nvPicPr>
          <p:cNvPr id="9" name="Picture 2">
            <a:extLst>
              <a:ext uri="{FF2B5EF4-FFF2-40B4-BE49-F238E27FC236}">
                <a16:creationId xmlns:a16="http://schemas.microsoft.com/office/drawing/2014/main" id="{1F4726B0-971B-3B60-0485-9C06F3B680D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2075" t="5175" r="31076" b="5528"/>
          <a:stretch/>
        </p:blipFill>
        <p:spPr bwMode="auto">
          <a:xfrm>
            <a:off x="13867849" y="7212330"/>
            <a:ext cx="608855" cy="911882"/>
          </a:xfrm>
          <a:prstGeom prst="rect">
            <a:avLst/>
          </a:prstGeom>
          <a:noFill/>
          <a:extLst>
            <a:ext uri="{909E8E84-426E-40DD-AFC4-6F175D3DCCD1}">
              <a14:hiddenFill xmlns:a14="http://schemas.microsoft.com/office/drawing/2010/main">
                <a:solidFill>
                  <a:srgbClr val="FFFFFF"/>
                </a:solidFill>
              </a14:hiddenFill>
            </a:ext>
          </a:extLst>
        </p:spPr>
      </p:pic>
      <p:sp>
        <p:nvSpPr>
          <p:cNvPr id="8" name="Text 3">
            <a:extLst>
              <a:ext uri="{FF2B5EF4-FFF2-40B4-BE49-F238E27FC236}">
                <a16:creationId xmlns:a16="http://schemas.microsoft.com/office/drawing/2014/main" id="{7477A134-5D1A-564B-CB90-1F5220F5C1C9}"/>
              </a:ext>
            </a:extLst>
          </p:cNvPr>
          <p:cNvSpPr/>
          <p:nvPr/>
        </p:nvSpPr>
        <p:spPr>
          <a:xfrm>
            <a:off x="10190217" y="2669823"/>
            <a:ext cx="3118842" cy="389930"/>
          </a:xfrm>
          <a:prstGeom prst="rect">
            <a:avLst/>
          </a:prstGeom>
          <a:noFill/>
          <a:ln/>
        </p:spPr>
        <p:txBody>
          <a:bodyPr wrap="none" lIns="0" tIns="0" rIns="0" bIns="0" rtlCol="0" anchor="t"/>
          <a:lstStyle/>
          <a:p>
            <a:pPr marL="0" indent="0" algn="l">
              <a:lnSpc>
                <a:spcPts val="3050"/>
              </a:lnSpc>
              <a:buNone/>
            </a:pPr>
            <a:r>
              <a:rPr lang="en-US" sz="2450" b="1" dirty="0">
                <a:solidFill>
                  <a:srgbClr val="272525"/>
                </a:solidFill>
                <a:latin typeface="Arial Nova Cond" panose="020B0506020202020204" pitchFamily="34" charset="0"/>
                <a:ea typeface="Petrona Bold" pitchFamily="34" charset="-122"/>
                <a:cs typeface="Petrona Bold" pitchFamily="34" charset="-120"/>
              </a:rPr>
              <a:t>Operational Use</a:t>
            </a:r>
            <a:endParaRPr lang="en-US" sz="2450" dirty="0">
              <a:latin typeface="Arial Nova Cond" panose="020B0506020202020204" pitchFamily="34" charset="0"/>
            </a:endParaRPr>
          </a:p>
        </p:txBody>
      </p:sp>
      <p:sp>
        <p:nvSpPr>
          <p:cNvPr id="10" name="Text 4">
            <a:extLst>
              <a:ext uri="{FF2B5EF4-FFF2-40B4-BE49-F238E27FC236}">
                <a16:creationId xmlns:a16="http://schemas.microsoft.com/office/drawing/2014/main" id="{5FF7F2FA-E8F5-7A9B-57E9-547894E46C8A}"/>
              </a:ext>
            </a:extLst>
          </p:cNvPr>
          <p:cNvSpPr/>
          <p:nvPr/>
        </p:nvSpPr>
        <p:spPr>
          <a:xfrm>
            <a:off x="10190217" y="3239656"/>
            <a:ext cx="3663347"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Arial Nova Cond" panose="020B0506020202020204" pitchFamily="34" charset="0"/>
                <a:ea typeface="Inter" pitchFamily="34" charset="-122"/>
                <a:cs typeface="Inter" pitchFamily="34" charset="-120"/>
              </a:rPr>
              <a:t>Risk reports integrate with CRM for actionable insights by managers.</a:t>
            </a:r>
            <a:endParaRPr lang="en-US" sz="1750" dirty="0">
              <a:latin typeface="Arial Nova Cond" panose="020B0506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17176" y="963268"/>
            <a:ext cx="7362111" cy="701635"/>
          </a:xfrm>
          <a:prstGeom prst="rect">
            <a:avLst/>
          </a:prstGeom>
          <a:noFill/>
          <a:ln/>
        </p:spPr>
        <p:txBody>
          <a:bodyPr wrap="none" lIns="0" tIns="0" rIns="0" bIns="0" rtlCol="0" anchor="t"/>
          <a:lstStyle/>
          <a:p>
            <a:pPr marL="0" indent="0" algn="l">
              <a:lnSpc>
                <a:spcPts val="5500"/>
              </a:lnSpc>
              <a:buNone/>
            </a:pPr>
            <a:r>
              <a:rPr lang="en-US" sz="5400" b="1" dirty="0">
                <a:solidFill>
                  <a:srgbClr val="F95F88"/>
                </a:solidFill>
                <a:latin typeface="Arial Nova Cond" panose="020B0506020202020204" pitchFamily="34" charset="0"/>
                <a:ea typeface="Petrona Bold" pitchFamily="34" charset="-122"/>
                <a:cs typeface="Petrona Bold" pitchFamily="34" charset="-120"/>
              </a:rPr>
              <a:t>Key Takeaways</a:t>
            </a:r>
            <a:endParaRPr lang="en-US" sz="5400" dirty="0">
              <a:latin typeface="Arial Nova Cond" panose="020B0506020202020204" pitchFamily="34" charset="0"/>
            </a:endParaRPr>
          </a:p>
        </p:txBody>
      </p:sp>
      <p:sp>
        <p:nvSpPr>
          <p:cNvPr id="4" name="Shape 1"/>
          <p:cNvSpPr/>
          <p:nvPr/>
        </p:nvSpPr>
        <p:spPr>
          <a:xfrm>
            <a:off x="630014" y="2486031"/>
            <a:ext cx="459224" cy="459224"/>
          </a:xfrm>
          <a:prstGeom prst="roundRect">
            <a:avLst>
              <a:gd name="adj" fmla="val 18671"/>
            </a:avLst>
          </a:prstGeom>
          <a:solidFill>
            <a:srgbClr val="E0D7F4"/>
          </a:solidFill>
          <a:ln w="7620">
            <a:solidFill>
              <a:srgbClr val="C6BDDA"/>
            </a:solidFill>
            <a:prstDash val="solid"/>
          </a:ln>
        </p:spPr>
        <p:txBody>
          <a:bodyPr/>
          <a:lstStyle/>
          <a:p>
            <a:endParaRPr lang="en-US" sz="2400">
              <a:latin typeface="Arial Nova Cond" panose="020B0506020202020204" pitchFamily="34" charset="0"/>
            </a:endParaRPr>
          </a:p>
        </p:txBody>
      </p:sp>
      <p:sp>
        <p:nvSpPr>
          <p:cNvPr id="5" name="Text 2"/>
          <p:cNvSpPr/>
          <p:nvPr/>
        </p:nvSpPr>
        <p:spPr>
          <a:xfrm>
            <a:off x="1375667" y="2540204"/>
            <a:ext cx="2806898" cy="350877"/>
          </a:xfrm>
          <a:prstGeom prst="rect">
            <a:avLst/>
          </a:prstGeom>
          <a:noFill/>
          <a:ln/>
        </p:spPr>
        <p:txBody>
          <a:bodyPr wrap="none" lIns="0" tIns="0" rIns="0" bIns="0" rtlCol="0" anchor="t"/>
          <a:lstStyle/>
          <a:p>
            <a:pPr marL="0" indent="0" algn="l">
              <a:lnSpc>
                <a:spcPts val="2750"/>
              </a:lnSpc>
              <a:buNone/>
            </a:pPr>
            <a:r>
              <a:rPr lang="en-US" sz="2800" b="1" dirty="0">
                <a:solidFill>
                  <a:srgbClr val="272525"/>
                </a:solidFill>
                <a:latin typeface="Arial Nova Cond" panose="020B0506020202020204" pitchFamily="34" charset="0"/>
                <a:ea typeface="Petrona Bold" pitchFamily="34" charset="-122"/>
                <a:cs typeface="Petrona Bold" pitchFamily="34" charset="-120"/>
              </a:rPr>
              <a:t>Segmented Modeling</a:t>
            </a:r>
            <a:endParaRPr lang="en-US" sz="2800" dirty="0">
              <a:latin typeface="Arial Nova Cond" panose="020B0506020202020204" pitchFamily="34" charset="0"/>
            </a:endParaRPr>
          </a:p>
        </p:txBody>
      </p:sp>
      <p:sp>
        <p:nvSpPr>
          <p:cNvPr id="6" name="Text 3"/>
          <p:cNvSpPr/>
          <p:nvPr/>
        </p:nvSpPr>
        <p:spPr>
          <a:xfrm>
            <a:off x="1251671" y="3043732"/>
            <a:ext cx="6893123" cy="653415"/>
          </a:xfrm>
          <a:prstGeom prst="rect">
            <a:avLst/>
          </a:prstGeom>
          <a:noFill/>
          <a:ln/>
        </p:spPr>
        <p:txBody>
          <a:bodyPr wrap="square" lIns="0" tIns="0" rIns="0" bIns="0" rtlCol="0" anchor="t"/>
          <a:lstStyle/>
          <a:p>
            <a:pPr marL="0" indent="0" algn="l">
              <a:lnSpc>
                <a:spcPts val="2550"/>
              </a:lnSpc>
              <a:buNone/>
            </a:pPr>
            <a:r>
              <a:rPr lang="en-US" sz="2000" dirty="0">
                <a:solidFill>
                  <a:srgbClr val="272525"/>
                </a:solidFill>
                <a:latin typeface="Arial Nova Cond" panose="020B0506020202020204" pitchFamily="34" charset="0"/>
                <a:ea typeface="Inter" pitchFamily="34" charset="-122"/>
                <a:cs typeface="Inter" pitchFamily="34" charset="-120"/>
              </a:rPr>
              <a:t>Increases predictive accuracy and aligns with customer behavior nuances.</a:t>
            </a:r>
            <a:endParaRPr lang="en-US" sz="2000" dirty="0">
              <a:latin typeface="Arial Nova Cond" panose="020B0506020202020204" pitchFamily="34" charset="0"/>
            </a:endParaRPr>
          </a:p>
        </p:txBody>
      </p:sp>
      <p:sp>
        <p:nvSpPr>
          <p:cNvPr id="7" name="Shape 4"/>
          <p:cNvSpPr/>
          <p:nvPr/>
        </p:nvSpPr>
        <p:spPr>
          <a:xfrm>
            <a:off x="617176" y="4301395"/>
            <a:ext cx="459224" cy="459224"/>
          </a:xfrm>
          <a:prstGeom prst="roundRect">
            <a:avLst>
              <a:gd name="adj" fmla="val 18671"/>
            </a:avLst>
          </a:prstGeom>
          <a:solidFill>
            <a:srgbClr val="E0D7F4"/>
          </a:solidFill>
          <a:ln w="7620">
            <a:solidFill>
              <a:srgbClr val="C6BDDA"/>
            </a:solidFill>
            <a:prstDash val="solid"/>
          </a:ln>
        </p:spPr>
        <p:txBody>
          <a:bodyPr/>
          <a:lstStyle/>
          <a:p>
            <a:endParaRPr lang="en-US" sz="2400">
              <a:latin typeface="Arial Nova Cond" panose="020B0506020202020204" pitchFamily="34" charset="0"/>
            </a:endParaRPr>
          </a:p>
        </p:txBody>
      </p:sp>
      <p:sp>
        <p:nvSpPr>
          <p:cNvPr id="8" name="Text 5"/>
          <p:cNvSpPr/>
          <p:nvPr/>
        </p:nvSpPr>
        <p:spPr>
          <a:xfrm>
            <a:off x="1375667" y="4409742"/>
            <a:ext cx="2839522" cy="350877"/>
          </a:xfrm>
          <a:prstGeom prst="rect">
            <a:avLst/>
          </a:prstGeom>
          <a:noFill/>
          <a:ln/>
        </p:spPr>
        <p:txBody>
          <a:bodyPr wrap="none" lIns="0" tIns="0" rIns="0" bIns="0" rtlCol="0" anchor="t"/>
          <a:lstStyle/>
          <a:p>
            <a:pPr marL="0" indent="0" algn="l">
              <a:lnSpc>
                <a:spcPts val="2750"/>
              </a:lnSpc>
              <a:buNone/>
            </a:pPr>
            <a:r>
              <a:rPr lang="en-US" sz="2800" b="1" dirty="0">
                <a:solidFill>
                  <a:srgbClr val="272525"/>
                </a:solidFill>
                <a:latin typeface="Arial Nova Cond" panose="020B0506020202020204" pitchFamily="34" charset="0"/>
                <a:ea typeface="Petrona Bold" pitchFamily="34" charset="-122"/>
                <a:cs typeface="Petrona Bold" pitchFamily="34" charset="-120"/>
              </a:rPr>
              <a:t>Cost-Sensitive Tuning</a:t>
            </a:r>
            <a:endParaRPr lang="en-US" sz="2800" dirty="0">
              <a:latin typeface="Arial Nova Cond" panose="020B0506020202020204" pitchFamily="34" charset="0"/>
            </a:endParaRPr>
          </a:p>
        </p:txBody>
      </p:sp>
      <p:sp>
        <p:nvSpPr>
          <p:cNvPr id="9" name="Text 6"/>
          <p:cNvSpPr/>
          <p:nvPr/>
        </p:nvSpPr>
        <p:spPr>
          <a:xfrm>
            <a:off x="1295402" y="4980204"/>
            <a:ext cx="6244333" cy="781194"/>
          </a:xfrm>
          <a:prstGeom prst="rect">
            <a:avLst/>
          </a:prstGeom>
          <a:noFill/>
          <a:ln/>
        </p:spPr>
        <p:txBody>
          <a:bodyPr wrap="none" lIns="0" tIns="0" rIns="0" bIns="0" rtlCol="0" anchor="t"/>
          <a:lstStyle/>
          <a:p>
            <a:pPr marL="0" indent="0" algn="l">
              <a:lnSpc>
                <a:spcPts val="2550"/>
              </a:lnSpc>
              <a:buNone/>
            </a:pPr>
            <a:r>
              <a:rPr lang="en-US" sz="2000" dirty="0">
                <a:solidFill>
                  <a:srgbClr val="272525"/>
                </a:solidFill>
                <a:latin typeface="Arial Nova Cond" panose="020B0506020202020204" pitchFamily="34" charset="0"/>
                <a:ea typeface="Inter" pitchFamily="34" charset="-122"/>
                <a:cs typeface="Inter" pitchFamily="34" charset="-120"/>
              </a:rPr>
              <a:t>Enhances detection of valuable churn cases, balancing </a:t>
            </a:r>
            <a:br>
              <a:rPr lang="en-US" sz="2000" dirty="0">
                <a:solidFill>
                  <a:srgbClr val="272525"/>
                </a:solidFill>
                <a:latin typeface="Arial Nova Cond" panose="020B0506020202020204" pitchFamily="34" charset="0"/>
                <a:ea typeface="Inter" pitchFamily="34" charset="-122"/>
                <a:cs typeface="Inter" pitchFamily="34" charset="-120"/>
              </a:rPr>
            </a:br>
            <a:r>
              <a:rPr lang="en-US" sz="2000" dirty="0">
                <a:solidFill>
                  <a:srgbClr val="272525"/>
                </a:solidFill>
                <a:latin typeface="Arial Nova Cond" panose="020B0506020202020204" pitchFamily="34" charset="0"/>
                <a:ea typeface="Inter" pitchFamily="34" charset="-122"/>
                <a:cs typeface="Inter" pitchFamily="34" charset="-120"/>
              </a:rPr>
              <a:t>false positives in the Regular Segment</a:t>
            </a:r>
            <a:endParaRPr lang="en-US" sz="2000" dirty="0">
              <a:latin typeface="Arial Nova Cond" panose="020B0506020202020204" pitchFamily="34" charset="0"/>
            </a:endParaRPr>
          </a:p>
        </p:txBody>
      </p:sp>
      <p:sp>
        <p:nvSpPr>
          <p:cNvPr id="13" name="Shape 10"/>
          <p:cNvSpPr/>
          <p:nvPr/>
        </p:nvSpPr>
        <p:spPr>
          <a:xfrm>
            <a:off x="630014" y="6264473"/>
            <a:ext cx="459224" cy="459224"/>
          </a:xfrm>
          <a:prstGeom prst="roundRect">
            <a:avLst>
              <a:gd name="adj" fmla="val 18671"/>
            </a:avLst>
          </a:prstGeom>
          <a:solidFill>
            <a:srgbClr val="E0D7F4"/>
          </a:solidFill>
          <a:ln w="7620">
            <a:solidFill>
              <a:srgbClr val="C6BDDA"/>
            </a:solidFill>
            <a:prstDash val="solid"/>
          </a:ln>
        </p:spPr>
        <p:txBody>
          <a:bodyPr/>
          <a:lstStyle/>
          <a:p>
            <a:endParaRPr lang="en-US" sz="2400">
              <a:latin typeface="Arial Nova Cond" panose="020B0506020202020204" pitchFamily="34" charset="0"/>
            </a:endParaRPr>
          </a:p>
        </p:txBody>
      </p:sp>
      <p:sp>
        <p:nvSpPr>
          <p:cNvPr id="14" name="Text 11"/>
          <p:cNvSpPr/>
          <p:nvPr/>
        </p:nvSpPr>
        <p:spPr>
          <a:xfrm>
            <a:off x="1295402" y="6353388"/>
            <a:ext cx="2806898" cy="350877"/>
          </a:xfrm>
          <a:prstGeom prst="rect">
            <a:avLst/>
          </a:prstGeom>
          <a:noFill/>
          <a:ln/>
        </p:spPr>
        <p:txBody>
          <a:bodyPr wrap="none" lIns="0" tIns="0" rIns="0" bIns="0" rtlCol="0" anchor="t"/>
          <a:lstStyle/>
          <a:p>
            <a:pPr marL="0" indent="0" algn="l">
              <a:lnSpc>
                <a:spcPts val="2750"/>
              </a:lnSpc>
              <a:buNone/>
            </a:pPr>
            <a:r>
              <a:rPr lang="en-US" sz="2800" b="1" dirty="0">
                <a:solidFill>
                  <a:srgbClr val="272525"/>
                </a:solidFill>
                <a:latin typeface="Arial Nova Cond" panose="020B0506020202020204" pitchFamily="34" charset="0"/>
                <a:ea typeface="Petrona Bold" pitchFamily="34" charset="-122"/>
                <a:cs typeface="Petrona Bold" pitchFamily="34" charset="-120"/>
              </a:rPr>
              <a:t>Operationalization</a:t>
            </a:r>
            <a:endParaRPr lang="en-US" sz="2800" dirty="0">
              <a:latin typeface="Arial Nova Cond" panose="020B0506020202020204" pitchFamily="34" charset="0"/>
            </a:endParaRPr>
          </a:p>
        </p:txBody>
      </p:sp>
      <p:sp>
        <p:nvSpPr>
          <p:cNvPr id="15" name="Text 12"/>
          <p:cNvSpPr/>
          <p:nvPr/>
        </p:nvSpPr>
        <p:spPr>
          <a:xfrm>
            <a:off x="1295402" y="6807875"/>
            <a:ext cx="6893123" cy="653415"/>
          </a:xfrm>
          <a:prstGeom prst="rect">
            <a:avLst/>
          </a:prstGeom>
          <a:noFill/>
          <a:ln/>
        </p:spPr>
        <p:txBody>
          <a:bodyPr wrap="square" lIns="0" tIns="0" rIns="0" bIns="0" rtlCol="0" anchor="t"/>
          <a:lstStyle/>
          <a:p>
            <a:pPr marL="0" indent="0" algn="l">
              <a:lnSpc>
                <a:spcPts val="2550"/>
              </a:lnSpc>
              <a:buNone/>
            </a:pPr>
            <a:r>
              <a:rPr lang="en-US" sz="2000" dirty="0">
                <a:solidFill>
                  <a:srgbClr val="272525"/>
                </a:solidFill>
                <a:latin typeface="Arial Nova Cond" panose="020B0506020202020204" pitchFamily="34" charset="0"/>
                <a:ea typeface="Inter" pitchFamily="34" charset="-122"/>
                <a:cs typeface="Inter" pitchFamily="34" charset="-120"/>
              </a:rPr>
              <a:t>Model output fits seamlessly into CRM dashboards for real-time management.</a:t>
            </a:r>
            <a:endParaRPr lang="en-US" sz="2000" dirty="0">
              <a:latin typeface="Arial Nova Cond" panose="020B0506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502785"/>
            <a:ext cx="6728698" cy="779621"/>
          </a:xfrm>
          <a:prstGeom prst="rect">
            <a:avLst/>
          </a:prstGeom>
          <a:noFill/>
          <a:ln/>
        </p:spPr>
        <p:txBody>
          <a:bodyPr wrap="none" lIns="0" tIns="0" rIns="0" bIns="0" rtlCol="0" anchor="t"/>
          <a:lstStyle/>
          <a:p>
            <a:pPr marL="0" indent="0">
              <a:lnSpc>
                <a:spcPts val="6100"/>
              </a:lnSpc>
              <a:buNone/>
            </a:pPr>
            <a:r>
              <a:rPr lang="en-US" sz="4900" b="1" kern="0" spc="-98" dirty="0">
                <a:solidFill>
                  <a:srgbClr val="F95F88"/>
                </a:solidFill>
                <a:latin typeface="Arial Nova Cond" panose="020B0506020202020204" pitchFamily="34" charset="0"/>
                <a:ea typeface="Petrona Bold" pitchFamily="34" charset="-122"/>
                <a:cs typeface="Petrona Bold" pitchFamily="34" charset="-120"/>
              </a:rPr>
              <a:t>Limitations</a:t>
            </a:r>
            <a:endParaRPr lang="en-US" sz="4900" dirty="0">
              <a:latin typeface="Arial Nova Cond" panose="020B0506020202020204" pitchFamily="34" charset="0"/>
            </a:endParaRPr>
          </a:p>
        </p:txBody>
      </p:sp>
      <p:pic>
        <p:nvPicPr>
          <p:cNvPr id="4" name="Image 1" descr="preencoded.png"/>
          <p:cNvPicPr>
            <a:picLocks noChangeAspect="1"/>
          </p:cNvPicPr>
          <p:nvPr/>
        </p:nvPicPr>
        <p:blipFill>
          <a:blip r:embed="rId4"/>
          <a:stretch>
            <a:fillRect/>
          </a:stretch>
        </p:blipFill>
        <p:spPr>
          <a:xfrm>
            <a:off x="793790" y="1780580"/>
            <a:ext cx="1134070" cy="1360884"/>
          </a:xfrm>
          <a:prstGeom prst="rect">
            <a:avLst/>
          </a:prstGeom>
        </p:spPr>
      </p:pic>
      <p:sp>
        <p:nvSpPr>
          <p:cNvPr id="5" name="Text 1"/>
          <p:cNvSpPr/>
          <p:nvPr/>
        </p:nvSpPr>
        <p:spPr>
          <a:xfrm>
            <a:off x="2190274" y="1791632"/>
            <a:ext cx="3118842" cy="389930"/>
          </a:xfrm>
          <a:prstGeom prst="rect">
            <a:avLst/>
          </a:prstGeom>
          <a:noFill/>
          <a:ln/>
        </p:spPr>
        <p:txBody>
          <a:bodyPr wrap="none" lIns="0" tIns="0" rIns="0" bIns="0" rtlCol="0" anchor="t"/>
          <a:lstStyle/>
          <a:p>
            <a:pPr marL="0" indent="0" algn="l">
              <a:lnSpc>
                <a:spcPts val="3050"/>
              </a:lnSpc>
              <a:buNone/>
            </a:pPr>
            <a:r>
              <a:rPr lang="en-US" sz="2800" b="1" dirty="0">
                <a:latin typeface="Arial Nova Cond" panose="020B0506020202020204" pitchFamily="34" charset="0"/>
              </a:rPr>
              <a:t>Operational Dependencies</a:t>
            </a:r>
            <a:endParaRPr lang="en-US" sz="2450" b="1" dirty="0">
              <a:latin typeface="Arial Nova Cond" panose="020B0506020202020204" pitchFamily="34" charset="0"/>
            </a:endParaRPr>
          </a:p>
        </p:txBody>
      </p:sp>
      <p:sp>
        <p:nvSpPr>
          <p:cNvPr id="6" name="Text 2"/>
          <p:cNvSpPr/>
          <p:nvPr/>
        </p:nvSpPr>
        <p:spPr>
          <a:xfrm>
            <a:off x="2161937" y="2293543"/>
            <a:ext cx="6125536" cy="1081193"/>
          </a:xfrm>
          <a:prstGeom prst="rect">
            <a:avLst/>
          </a:prstGeom>
          <a:noFill/>
          <a:ln/>
        </p:spPr>
        <p:txBody>
          <a:bodyPr wrap="none" lIns="0" tIns="0" rIns="0" bIns="0" rtlCol="0" anchor="t"/>
          <a:lstStyle/>
          <a:p>
            <a:pPr marL="0" indent="0" algn="l">
              <a:buNone/>
            </a:pPr>
            <a:r>
              <a:rPr lang="en-US" dirty="0">
                <a:latin typeface="Arial Nova Cond" panose="020B0506020202020204" pitchFamily="34" charset="0"/>
              </a:rPr>
              <a:t>The scoring system assumes seamless CRM and </a:t>
            </a:r>
          </a:p>
          <a:p>
            <a:pPr marL="0" indent="0" algn="l">
              <a:buNone/>
            </a:pPr>
            <a:r>
              <a:rPr lang="en-US" dirty="0">
                <a:latin typeface="Arial Nova Cond" panose="020B0506020202020204" pitchFamily="34" charset="0"/>
              </a:rPr>
              <a:t>data-pipeline integration; any lag or downtime in those systems </a:t>
            </a:r>
            <a:br>
              <a:rPr lang="en-US" dirty="0">
                <a:latin typeface="Arial Nova Cond" panose="020B0506020202020204" pitchFamily="34" charset="0"/>
              </a:rPr>
            </a:br>
            <a:r>
              <a:rPr lang="en-US" dirty="0">
                <a:latin typeface="Arial Nova Cond" panose="020B0506020202020204" pitchFamily="34" charset="0"/>
              </a:rPr>
              <a:t>can delay risk identification and reduce intervention effectiveness.</a:t>
            </a:r>
          </a:p>
        </p:txBody>
      </p:sp>
      <p:pic>
        <p:nvPicPr>
          <p:cNvPr id="7" name="Image 2" descr="preencoded.png"/>
          <p:cNvPicPr>
            <a:picLocks noChangeAspect="1"/>
          </p:cNvPicPr>
          <p:nvPr/>
        </p:nvPicPr>
        <p:blipFill>
          <a:blip r:embed="rId5"/>
          <a:stretch>
            <a:fillRect/>
          </a:stretch>
        </p:blipFill>
        <p:spPr>
          <a:xfrm>
            <a:off x="793790" y="3894297"/>
            <a:ext cx="1134070" cy="1360884"/>
          </a:xfrm>
          <a:prstGeom prst="rect">
            <a:avLst/>
          </a:prstGeom>
        </p:spPr>
      </p:pic>
      <p:pic>
        <p:nvPicPr>
          <p:cNvPr id="10" name="Image 3" descr="preencoded.png"/>
          <p:cNvPicPr>
            <a:picLocks noChangeAspect="1"/>
          </p:cNvPicPr>
          <p:nvPr/>
        </p:nvPicPr>
        <p:blipFill>
          <a:blip r:embed="rId6"/>
          <a:stretch>
            <a:fillRect/>
          </a:stretch>
        </p:blipFill>
        <p:spPr>
          <a:xfrm>
            <a:off x="793790" y="5995482"/>
            <a:ext cx="1134070" cy="1360884"/>
          </a:xfrm>
          <a:prstGeom prst="rect">
            <a:avLst/>
          </a:prstGeom>
        </p:spPr>
      </p:pic>
      <p:sp>
        <p:nvSpPr>
          <p:cNvPr id="17" name="TextBox 16">
            <a:extLst>
              <a:ext uri="{FF2B5EF4-FFF2-40B4-BE49-F238E27FC236}">
                <a16:creationId xmlns:a16="http://schemas.microsoft.com/office/drawing/2014/main" id="{AA8B9FE1-97BE-995D-855D-7B2AFE803ADA}"/>
              </a:ext>
            </a:extLst>
          </p:cNvPr>
          <p:cNvSpPr txBox="1"/>
          <p:nvPr/>
        </p:nvSpPr>
        <p:spPr>
          <a:xfrm>
            <a:off x="2181225" y="3872910"/>
            <a:ext cx="4636264" cy="523220"/>
          </a:xfrm>
          <a:prstGeom prst="rect">
            <a:avLst/>
          </a:prstGeom>
          <a:noFill/>
        </p:spPr>
        <p:txBody>
          <a:bodyPr wrap="square">
            <a:spAutoFit/>
          </a:bodyPr>
          <a:lstStyle/>
          <a:p>
            <a:r>
              <a:rPr lang="en-US" sz="2800" b="1" dirty="0">
                <a:latin typeface="Arial Nova Cond" panose="020B0506020202020204" pitchFamily="34" charset="0"/>
              </a:rPr>
              <a:t>Model Drift</a:t>
            </a:r>
          </a:p>
        </p:txBody>
      </p:sp>
      <p:sp>
        <p:nvSpPr>
          <p:cNvPr id="19" name="TextBox 18">
            <a:extLst>
              <a:ext uri="{FF2B5EF4-FFF2-40B4-BE49-F238E27FC236}">
                <a16:creationId xmlns:a16="http://schemas.microsoft.com/office/drawing/2014/main" id="{A6CB219F-2A52-EDCF-3D63-12D0BF11A91F}"/>
              </a:ext>
            </a:extLst>
          </p:cNvPr>
          <p:cNvSpPr txBox="1"/>
          <p:nvPr/>
        </p:nvSpPr>
        <p:spPr>
          <a:xfrm>
            <a:off x="2141197" y="4424561"/>
            <a:ext cx="4969997" cy="923330"/>
          </a:xfrm>
          <a:prstGeom prst="rect">
            <a:avLst/>
          </a:prstGeom>
          <a:noFill/>
        </p:spPr>
        <p:txBody>
          <a:bodyPr wrap="square">
            <a:spAutoFit/>
          </a:bodyPr>
          <a:lstStyle/>
          <a:p>
            <a:r>
              <a:rPr lang="en-US" dirty="0">
                <a:latin typeface="Arial Nova Cond" panose="020B0506020202020204" pitchFamily="34" charset="0"/>
              </a:rPr>
              <a:t>Customer behaviors and market conditions evolve, so model performance can degrade without continuous monitoring and retraining.</a:t>
            </a:r>
          </a:p>
        </p:txBody>
      </p:sp>
      <p:sp>
        <p:nvSpPr>
          <p:cNvPr id="21" name="TextBox 20">
            <a:extLst>
              <a:ext uri="{FF2B5EF4-FFF2-40B4-BE49-F238E27FC236}">
                <a16:creationId xmlns:a16="http://schemas.microsoft.com/office/drawing/2014/main" id="{F2F186F9-EE44-22BA-EFE9-A2B19B209FF0}"/>
              </a:ext>
            </a:extLst>
          </p:cNvPr>
          <p:cNvSpPr txBox="1"/>
          <p:nvPr/>
        </p:nvSpPr>
        <p:spPr>
          <a:xfrm>
            <a:off x="2105144" y="5891395"/>
            <a:ext cx="7315200" cy="523220"/>
          </a:xfrm>
          <a:prstGeom prst="rect">
            <a:avLst/>
          </a:prstGeom>
          <a:noFill/>
        </p:spPr>
        <p:txBody>
          <a:bodyPr wrap="square">
            <a:spAutoFit/>
          </a:bodyPr>
          <a:lstStyle/>
          <a:p>
            <a:r>
              <a:rPr lang="en-US" sz="2800" b="1" dirty="0">
                <a:latin typeface="Arial Nova Cond" panose="020B0506020202020204" pitchFamily="34" charset="0"/>
              </a:rPr>
              <a:t>Segment Maintenance</a:t>
            </a:r>
          </a:p>
        </p:txBody>
      </p:sp>
      <p:sp>
        <p:nvSpPr>
          <p:cNvPr id="24" name="TextBox 23">
            <a:extLst>
              <a:ext uri="{FF2B5EF4-FFF2-40B4-BE49-F238E27FC236}">
                <a16:creationId xmlns:a16="http://schemas.microsoft.com/office/drawing/2014/main" id="{35F23B7B-FD84-2C8F-7280-87D41FD89571}"/>
              </a:ext>
            </a:extLst>
          </p:cNvPr>
          <p:cNvSpPr txBox="1"/>
          <p:nvPr/>
        </p:nvSpPr>
        <p:spPr>
          <a:xfrm>
            <a:off x="2161937" y="6497362"/>
            <a:ext cx="5917192" cy="923330"/>
          </a:xfrm>
          <a:prstGeom prst="rect">
            <a:avLst/>
          </a:prstGeom>
          <a:noFill/>
        </p:spPr>
        <p:txBody>
          <a:bodyPr wrap="square">
            <a:spAutoFit/>
          </a:bodyPr>
          <a:lstStyle/>
          <a:p>
            <a:r>
              <a:rPr lang="en-US" dirty="0">
                <a:latin typeface="Arial Nova Cond" panose="020B0506020202020204" pitchFamily="34" charset="0"/>
              </a:rPr>
              <a:t>Refining and updating HNW vs. Regular segmentation criteria (e.g., changing income thresholds) requires governance to avoid inconsistent risk assignments.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71537" y="1245633"/>
            <a:ext cx="7556421" cy="969464"/>
          </a:xfrm>
          <a:prstGeom prst="rect">
            <a:avLst/>
          </a:prstGeom>
          <a:noFill/>
          <a:ln/>
        </p:spPr>
        <p:txBody>
          <a:bodyPr wrap="square" lIns="0" tIns="0" rIns="0" bIns="0" rtlCol="0" anchor="t"/>
          <a:lstStyle/>
          <a:p>
            <a:pPr marL="0" indent="0" algn="l">
              <a:lnSpc>
                <a:spcPts val="6100"/>
              </a:lnSpc>
              <a:buNone/>
            </a:pPr>
            <a:r>
              <a:rPr lang="en-US" sz="4900" b="1" dirty="0">
                <a:solidFill>
                  <a:srgbClr val="F95F88"/>
                </a:solidFill>
                <a:latin typeface="Arial Nova Cond" panose="020B0506020202020204" pitchFamily="34" charset="0"/>
                <a:ea typeface="Petrona Bold" pitchFamily="34" charset="-122"/>
                <a:cs typeface="Petrona Bold" pitchFamily="34" charset="-120"/>
              </a:rPr>
              <a:t>Future Work</a:t>
            </a:r>
            <a:endParaRPr lang="en-US" sz="4900" dirty="0">
              <a:latin typeface="Arial Nova Cond" panose="020B0506020202020204" pitchFamily="34" charset="0"/>
            </a:endParaRPr>
          </a:p>
        </p:txBody>
      </p:sp>
      <p:sp>
        <p:nvSpPr>
          <p:cNvPr id="4" name="Shape 1"/>
          <p:cNvSpPr/>
          <p:nvPr/>
        </p:nvSpPr>
        <p:spPr>
          <a:xfrm>
            <a:off x="482084" y="2915242"/>
            <a:ext cx="510302" cy="510302"/>
          </a:xfrm>
          <a:prstGeom prst="roundRect">
            <a:avLst>
              <a:gd name="adj" fmla="val 18669"/>
            </a:avLst>
          </a:prstGeom>
          <a:solidFill>
            <a:srgbClr val="E0D7F4"/>
          </a:solidFill>
          <a:ln w="7620">
            <a:solidFill>
              <a:srgbClr val="C6BDDA"/>
            </a:solidFill>
            <a:prstDash val="solid"/>
          </a:ln>
        </p:spPr>
        <p:txBody>
          <a:bodyPr/>
          <a:lstStyle/>
          <a:p>
            <a:endParaRPr lang="en-US">
              <a:latin typeface="Arial Nova Cond" panose="020B0506020202020204" pitchFamily="34" charset="0"/>
            </a:endParaRPr>
          </a:p>
        </p:txBody>
      </p:sp>
      <p:sp>
        <p:nvSpPr>
          <p:cNvPr id="5" name="Text 2"/>
          <p:cNvSpPr/>
          <p:nvPr/>
        </p:nvSpPr>
        <p:spPr>
          <a:xfrm>
            <a:off x="1304151" y="2939522"/>
            <a:ext cx="3911316" cy="389930"/>
          </a:xfrm>
          <a:prstGeom prst="rect">
            <a:avLst/>
          </a:prstGeom>
          <a:noFill/>
          <a:ln/>
        </p:spPr>
        <p:txBody>
          <a:bodyPr wrap="none" lIns="0" tIns="0" rIns="0" bIns="0" rtlCol="0" anchor="t"/>
          <a:lstStyle/>
          <a:p>
            <a:pPr marL="0" indent="0" algn="l">
              <a:lnSpc>
                <a:spcPts val="3050"/>
              </a:lnSpc>
              <a:buNone/>
            </a:pPr>
            <a:r>
              <a:rPr lang="en-US" sz="2800" b="1" dirty="0">
                <a:latin typeface="Arial Nova Cond" panose="020B0506020202020204" pitchFamily="34" charset="0"/>
              </a:rPr>
              <a:t>Add Real-Time Behaviors</a:t>
            </a:r>
            <a:endParaRPr lang="en-US" sz="2450" b="1" dirty="0">
              <a:latin typeface="Arial Nova Cond" panose="020B0506020202020204" pitchFamily="34" charset="0"/>
            </a:endParaRPr>
          </a:p>
        </p:txBody>
      </p:sp>
      <p:sp>
        <p:nvSpPr>
          <p:cNvPr id="6" name="Text 3"/>
          <p:cNvSpPr/>
          <p:nvPr/>
        </p:nvSpPr>
        <p:spPr>
          <a:xfrm>
            <a:off x="1209321" y="3485787"/>
            <a:ext cx="6327138" cy="1088708"/>
          </a:xfrm>
          <a:prstGeom prst="rect">
            <a:avLst/>
          </a:prstGeom>
          <a:noFill/>
          <a:ln/>
        </p:spPr>
        <p:txBody>
          <a:bodyPr wrap="square" lIns="0" tIns="0" rIns="0" bIns="0" rtlCol="0" anchor="t"/>
          <a:lstStyle/>
          <a:p>
            <a:pPr marL="0" indent="0" algn="l">
              <a:lnSpc>
                <a:spcPts val="2850"/>
              </a:lnSpc>
              <a:buNone/>
            </a:pPr>
            <a:r>
              <a:rPr lang="en-US" dirty="0">
                <a:latin typeface="Arial Nova Cond" panose="020B0506020202020204" pitchFamily="34" charset="0"/>
              </a:rPr>
              <a:t>Use live transaction and app‐usage data to catch churn signs earlier</a:t>
            </a:r>
          </a:p>
        </p:txBody>
      </p:sp>
      <p:sp>
        <p:nvSpPr>
          <p:cNvPr id="7" name="Shape 4"/>
          <p:cNvSpPr/>
          <p:nvPr/>
        </p:nvSpPr>
        <p:spPr>
          <a:xfrm>
            <a:off x="482084" y="4574495"/>
            <a:ext cx="510302" cy="510302"/>
          </a:xfrm>
          <a:prstGeom prst="roundRect">
            <a:avLst>
              <a:gd name="adj" fmla="val 18669"/>
            </a:avLst>
          </a:prstGeom>
          <a:solidFill>
            <a:srgbClr val="E0D7F4"/>
          </a:solidFill>
          <a:ln w="7620">
            <a:solidFill>
              <a:srgbClr val="C6BDDA"/>
            </a:solidFill>
            <a:prstDash val="solid"/>
          </a:ln>
        </p:spPr>
        <p:txBody>
          <a:bodyPr/>
          <a:lstStyle/>
          <a:p>
            <a:endParaRPr lang="en-US">
              <a:latin typeface="Arial Nova Cond" panose="020B0506020202020204" pitchFamily="34" charset="0"/>
            </a:endParaRPr>
          </a:p>
        </p:txBody>
      </p:sp>
      <p:sp>
        <p:nvSpPr>
          <p:cNvPr id="8" name="Text 5"/>
          <p:cNvSpPr/>
          <p:nvPr/>
        </p:nvSpPr>
        <p:spPr>
          <a:xfrm>
            <a:off x="1304151" y="4634681"/>
            <a:ext cx="2899410" cy="389930"/>
          </a:xfrm>
          <a:prstGeom prst="rect">
            <a:avLst/>
          </a:prstGeom>
          <a:noFill/>
          <a:ln/>
        </p:spPr>
        <p:txBody>
          <a:bodyPr wrap="none" lIns="0" tIns="0" rIns="0" bIns="0" rtlCol="0" anchor="t"/>
          <a:lstStyle/>
          <a:p>
            <a:pPr marL="0" indent="0" algn="l">
              <a:lnSpc>
                <a:spcPts val="3050"/>
              </a:lnSpc>
              <a:buNone/>
            </a:pPr>
            <a:r>
              <a:rPr lang="en-US" sz="2800" b="1">
                <a:latin typeface="Arial Nova Cond" panose="020B0506020202020204" pitchFamily="34" charset="0"/>
              </a:rPr>
              <a:t>Build Retention </a:t>
            </a:r>
            <a:r>
              <a:rPr lang="en-US" sz="2800" b="1" dirty="0">
                <a:latin typeface="Arial Nova Cond" panose="020B0506020202020204" pitchFamily="34" charset="0"/>
              </a:rPr>
              <a:t>Models</a:t>
            </a:r>
            <a:endParaRPr lang="en-US" sz="2450" b="1" dirty="0">
              <a:latin typeface="Arial Nova Cond" panose="020B0506020202020204" pitchFamily="34" charset="0"/>
            </a:endParaRPr>
          </a:p>
        </p:txBody>
      </p:sp>
      <p:sp>
        <p:nvSpPr>
          <p:cNvPr id="9" name="Text 6"/>
          <p:cNvSpPr/>
          <p:nvPr/>
        </p:nvSpPr>
        <p:spPr>
          <a:xfrm>
            <a:off x="1304151" y="5273347"/>
            <a:ext cx="5486400" cy="1451610"/>
          </a:xfrm>
          <a:prstGeom prst="rect">
            <a:avLst/>
          </a:prstGeom>
          <a:noFill/>
          <a:ln/>
        </p:spPr>
        <p:txBody>
          <a:bodyPr wrap="square" lIns="0" tIns="0" rIns="0" bIns="0" rtlCol="0" anchor="t"/>
          <a:lstStyle/>
          <a:p>
            <a:pPr marL="0" indent="0" algn="l">
              <a:lnSpc>
                <a:spcPts val="2850"/>
              </a:lnSpc>
              <a:buNone/>
            </a:pPr>
            <a:r>
              <a:rPr lang="en-US" dirty="0">
                <a:latin typeface="Arial Nova Cond" panose="020B0506020202020204" pitchFamily="34" charset="0"/>
              </a:rPr>
              <a:t>Predict which retention offers will actually prevent churn for each customer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name="Slide 1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5941418" y="563658"/>
            <a:ext cx="7297460" cy="779621"/>
          </a:xfrm>
          <a:prstGeom prst="rect">
            <a:avLst/>
          </a:prstGeom>
          <a:noFill/>
          <a:ln/>
        </p:spPr>
        <p:txBody>
          <a:bodyPr wrap="none" lIns="0" tIns="0" rIns="0" bIns="0" rtlCol="0" anchor="t"/>
          <a:lstStyle/>
          <a:p>
            <a:pPr marL="0" indent="0">
              <a:lnSpc>
                <a:spcPts val="6100"/>
              </a:lnSpc>
              <a:buNone/>
            </a:pPr>
            <a:r>
              <a:rPr lang="en-US" sz="4900" b="1" kern="0" spc="-98" dirty="0">
                <a:solidFill>
                  <a:srgbClr val="F95F88"/>
                </a:solidFill>
                <a:latin typeface="Arial Nova Cond" panose="020B0506020202020204" pitchFamily="34" charset="0"/>
                <a:ea typeface="Petrona Bold" pitchFamily="34" charset="-122"/>
                <a:cs typeface="Petrona Bold" pitchFamily="34" charset="-120"/>
              </a:rPr>
              <a:t>Conclusion</a:t>
            </a:r>
            <a:endParaRPr lang="en-US" sz="4900" dirty="0">
              <a:latin typeface="Arial Nova Cond" panose="020B0506020202020204" pitchFamily="34" charset="0"/>
            </a:endParaRPr>
          </a:p>
        </p:txBody>
      </p:sp>
      <p:pic>
        <p:nvPicPr>
          <p:cNvPr id="4" name="Image 1" descr="preencoded.png"/>
          <p:cNvPicPr>
            <a:picLocks noChangeAspect="1"/>
          </p:cNvPicPr>
          <p:nvPr/>
        </p:nvPicPr>
        <p:blipFill>
          <a:blip r:embed="rId4"/>
          <a:stretch>
            <a:fillRect/>
          </a:stretch>
        </p:blipFill>
        <p:spPr>
          <a:xfrm>
            <a:off x="6235541" y="2067084"/>
            <a:ext cx="566976" cy="566976"/>
          </a:xfrm>
          <a:prstGeom prst="rect">
            <a:avLst/>
          </a:prstGeom>
        </p:spPr>
      </p:pic>
      <p:sp>
        <p:nvSpPr>
          <p:cNvPr id="5" name="Text 1"/>
          <p:cNvSpPr/>
          <p:nvPr/>
        </p:nvSpPr>
        <p:spPr>
          <a:xfrm>
            <a:off x="6223515" y="2964844"/>
            <a:ext cx="2291953" cy="389930"/>
          </a:xfrm>
          <a:prstGeom prst="rect">
            <a:avLst/>
          </a:prstGeom>
          <a:noFill/>
          <a:ln/>
        </p:spPr>
        <p:txBody>
          <a:bodyPr wrap="none" lIns="0" tIns="0" rIns="0" bIns="0" rtlCol="0" anchor="t"/>
          <a:lstStyle/>
          <a:p>
            <a:pPr marL="0" indent="0" algn="l">
              <a:lnSpc>
                <a:spcPts val="3050"/>
              </a:lnSpc>
              <a:buNone/>
            </a:pPr>
            <a:r>
              <a:rPr lang="en-US" sz="2450" b="1" kern="0" spc="-49" dirty="0">
                <a:solidFill>
                  <a:srgbClr val="272525"/>
                </a:solidFill>
                <a:latin typeface="Arial Nova Cond" panose="020B0506020202020204" pitchFamily="34" charset="0"/>
                <a:ea typeface="Petrona Bold" pitchFamily="34" charset="-122"/>
              </a:rPr>
              <a:t>ML Models</a:t>
            </a:r>
            <a:endParaRPr lang="en-US" sz="2450" dirty="0">
              <a:latin typeface="Arial Nova Cond" panose="020B0506020202020204" pitchFamily="34" charset="0"/>
            </a:endParaRPr>
          </a:p>
        </p:txBody>
      </p:sp>
      <p:sp>
        <p:nvSpPr>
          <p:cNvPr id="6" name="Text 2"/>
          <p:cNvSpPr/>
          <p:nvPr/>
        </p:nvSpPr>
        <p:spPr>
          <a:xfrm>
            <a:off x="6169223" y="3947735"/>
            <a:ext cx="2291953" cy="2370744"/>
          </a:xfrm>
          <a:prstGeom prst="rect">
            <a:avLst/>
          </a:prstGeom>
          <a:noFill/>
          <a:ln/>
        </p:spPr>
        <p:txBody>
          <a:bodyPr wrap="square" lIns="0" tIns="0" rIns="0" bIns="0" rtlCol="0" anchor="t"/>
          <a:lstStyle/>
          <a:p>
            <a:pPr marL="0" indent="0" algn="l">
              <a:lnSpc>
                <a:spcPts val="2850"/>
              </a:lnSpc>
              <a:buNone/>
            </a:pPr>
            <a:r>
              <a:rPr lang="en-US" dirty="0">
                <a:latin typeface="Arial Nova Cond" panose="020B0506020202020204" pitchFamily="34" charset="0"/>
              </a:rPr>
              <a:t>Introduced a replicable, interpretable, segment-aware churn framework</a:t>
            </a:r>
            <a:br>
              <a:rPr lang="en-US" dirty="0">
                <a:latin typeface="Arial Nova Cond" panose="020B0506020202020204" pitchFamily="34" charset="0"/>
              </a:rPr>
            </a:br>
            <a:endParaRPr lang="en-US" dirty="0">
              <a:latin typeface="Arial Nova Cond" panose="020B0506020202020204" pitchFamily="34" charset="0"/>
            </a:endParaRPr>
          </a:p>
          <a:p>
            <a:pPr marL="0" indent="0" algn="l">
              <a:lnSpc>
                <a:spcPts val="2850"/>
              </a:lnSpc>
              <a:buNone/>
            </a:pPr>
            <a:r>
              <a:rPr lang="en-US" dirty="0">
                <a:latin typeface="Arial Nova Cond" panose="020B0506020202020204" pitchFamily="34" charset="0"/>
              </a:rPr>
              <a:t>Balanced predictive performance with operational utility</a:t>
            </a:r>
            <a:endParaRPr lang="en-US" kern="0" spc="-36" dirty="0">
              <a:solidFill>
                <a:srgbClr val="272525"/>
              </a:solidFill>
              <a:latin typeface="Arial Nova Cond" panose="020B0506020202020204" pitchFamily="34" charset="0"/>
              <a:ea typeface="Inter" pitchFamily="34" charset="-122"/>
              <a:cs typeface="Inter" pitchFamily="34" charset="-120"/>
            </a:endParaRPr>
          </a:p>
        </p:txBody>
      </p:sp>
      <p:pic>
        <p:nvPicPr>
          <p:cNvPr id="7" name="Image 2" descr="preencoded.png"/>
          <p:cNvPicPr>
            <a:picLocks noChangeAspect="1"/>
          </p:cNvPicPr>
          <p:nvPr/>
        </p:nvPicPr>
        <p:blipFill>
          <a:blip r:embed="rId5"/>
          <a:stretch>
            <a:fillRect/>
          </a:stretch>
        </p:blipFill>
        <p:spPr>
          <a:xfrm>
            <a:off x="8897147" y="2095720"/>
            <a:ext cx="566976" cy="566976"/>
          </a:xfrm>
          <a:prstGeom prst="rect">
            <a:avLst/>
          </a:prstGeom>
        </p:spPr>
      </p:pic>
      <p:sp>
        <p:nvSpPr>
          <p:cNvPr id="8" name="Text 3"/>
          <p:cNvSpPr/>
          <p:nvPr/>
        </p:nvSpPr>
        <p:spPr>
          <a:xfrm>
            <a:off x="8829675" y="2907927"/>
            <a:ext cx="2292072" cy="779859"/>
          </a:xfrm>
          <a:prstGeom prst="rect">
            <a:avLst/>
          </a:prstGeom>
          <a:noFill/>
          <a:ln/>
        </p:spPr>
        <p:txBody>
          <a:bodyPr wrap="square" lIns="0" tIns="0" rIns="0" bIns="0" rtlCol="0" anchor="t"/>
          <a:lstStyle/>
          <a:p>
            <a:pPr marL="0" indent="0" algn="l">
              <a:lnSpc>
                <a:spcPts val="3050"/>
              </a:lnSpc>
              <a:buNone/>
            </a:pPr>
            <a:r>
              <a:rPr lang="en-US" sz="2450" b="1" kern="0" spc="-49" dirty="0">
                <a:solidFill>
                  <a:srgbClr val="272525"/>
                </a:solidFill>
                <a:latin typeface="Arial Nova Cond" panose="020B0506020202020204" pitchFamily="34" charset="0"/>
                <a:ea typeface="Petrona Bold" pitchFamily="34" charset="-122"/>
                <a:cs typeface="Petrona Bold" pitchFamily="34" charset="-120"/>
              </a:rPr>
              <a:t>Service Personalization</a:t>
            </a:r>
            <a:endParaRPr lang="en-US" sz="2450" dirty="0">
              <a:latin typeface="Arial Nova Cond" panose="020B0506020202020204" pitchFamily="34" charset="0"/>
            </a:endParaRPr>
          </a:p>
        </p:txBody>
      </p:sp>
      <p:sp>
        <p:nvSpPr>
          <p:cNvPr id="9" name="Text 4"/>
          <p:cNvSpPr/>
          <p:nvPr/>
        </p:nvSpPr>
        <p:spPr>
          <a:xfrm>
            <a:off x="8835305" y="3966198"/>
            <a:ext cx="2292072" cy="725805"/>
          </a:xfrm>
          <a:prstGeom prst="rect">
            <a:avLst/>
          </a:prstGeom>
          <a:noFill/>
          <a:ln/>
        </p:spPr>
        <p:txBody>
          <a:bodyPr wrap="square" lIns="0" tIns="0" rIns="0" bIns="0" rtlCol="0" anchor="t"/>
          <a:lstStyle/>
          <a:p>
            <a:pPr marL="0" indent="0" algn="l">
              <a:lnSpc>
                <a:spcPts val="2850"/>
              </a:lnSpc>
              <a:buNone/>
            </a:pPr>
            <a:r>
              <a:rPr lang="en-US" kern="0" spc="-36" dirty="0">
                <a:solidFill>
                  <a:srgbClr val="272525"/>
                </a:solidFill>
                <a:latin typeface="Arial Nova Cond" panose="020B0506020202020204" pitchFamily="34" charset="0"/>
                <a:ea typeface="Inter" pitchFamily="34" charset="-122"/>
                <a:cs typeface="Inter" pitchFamily="34" charset="-120"/>
              </a:rPr>
              <a:t>Focus on service personalization.</a:t>
            </a:r>
            <a:endParaRPr lang="en-US" dirty="0">
              <a:latin typeface="Arial Nova Cond" panose="020B0506020202020204" pitchFamily="34" charset="0"/>
            </a:endParaRPr>
          </a:p>
        </p:txBody>
      </p:sp>
      <p:pic>
        <p:nvPicPr>
          <p:cNvPr id="10" name="Image 3" descr="preencoded.png"/>
          <p:cNvPicPr>
            <a:picLocks noChangeAspect="1"/>
          </p:cNvPicPr>
          <p:nvPr/>
        </p:nvPicPr>
        <p:blipFill>
          <a:blip r:embed="rId6"/>
          <a:stretch>
            <a:fillRect/>
          </a:stretch>
        </p:blipFill>
        <p:spPr>
          <a:xfrm>
            <a:off x="11558753" y="2067084"/>
            <a:ext cx="566976" cy="566976"/>
          </a:xfrm>
          <a:prstGeom prst="rect">
            <a:avLst/>
          </a:prstGeom>
        </p:spPr>
      </p:pic>
      <p:sp>
        <p:nvSpPr>
          <p:cNvPr id="11" name="Text 5"/>
          <p:cNvSpPr/>
          <p:nvPr/>
        </p:nvSpPr>
        <p:spPr>
          <a:xfrm>
            <a:off x="11516849" y="2962708"/>
            <a:ext cx="3483941" cy="389930"/>
          </a:xfrm>
          <a:prstGeom prst="rect">
            <a:avLst/>
          </a:prstGeom>
          <a:noFill/>
          <a:ln/>
        </p:spPr>
        <p:txBody>
          <a:bodyPr wrap="none" lIns="0" tIns="0" rIns="0" bIns="0" rtlCol="0" anchor="t"/>
          <a:lstStyle/>
          <a:p>
            <a:pPr marL="0" indent="0" algn="l">
              <a:lnSpc>
                <a:spcPts val="3050"/>
              </a:lnSpc>
              <a:buNone/>
            </a:pPr>
            <a:r>
              <a:rPr lang="en-US" sz="2450" b="1" kern="0" spc="-49" dirty="0">
                <a:solidFill>
                  <a:srgbClr val="272525"/>
                </a:solidFill>
                <a:latin typeface="Arial Nova Cond" panose="020B0506020202020204" pitchFamily="34" charset="0"/>
                <a:ea typeface="Petrona Bold" pitchFamily="34" charset="-122"/>
                <a:cs typeface="Petrona Bold" pitchFamily="34" charset="-120"/>
              </a:rPr>
              <a:t>Churn Risk Scoring </a:t>
            </a:r>
            <a:br>
              <a:rPr lang="en-US" sz="2450" b="1" kern="0" spc="-49" dirty="0">
                <a:solidFill>
                  <a:srgbClr val="272525"/>
                </a:solidFill>
                <a:latin typeface="Arial Nova Cond" panose="020B0506020202020204" pitchFamily="34" charset="0"/>
                <a:ea typeface="Petrona Bold" pitchFamily="34" charset="-122"/>
                <a:cs typeface="Petrona Bold" pitchFamily="34" charset="-120"/>
              </a:rPr>
            </a:br>
            <a:r>
              <a:rPr lang="en-US" sz="2450" b="1" kern="0" spc="-49" dirty="0">
                <a:solidFill>
                  <a:srgbClr val="272525"/>
                </a:solidFill>
                <a:latin typeface="Arial Nova Cond" panose="020B0506020202020204" pitchFamily="34" charset="0"/>
                <a:ea typeface="Petrona Bold" pitchFamily="34" charset="-122"/>
                <a:cs typeface="Petrona Bold" pitchFamily="34" charset="-120"/>
              </a:rPr>
              <a:t>System</a:t>
            </a:r>
            <a:endParaRPr lang="en-US" sz="2450" dirty="0">
              <a:latin typeface="Arial Nova Cond" panose="020B0506020202020204" pitchFamily="34" charset="0"/>
            </a:endParaRPr>
          </a:p>
        </p:txBody>
      </p:sp>
      <p:sp>
        <p:nvSpPr>
          <p:cNvPr id="12" name="Text 6"/>
          <p:cNvSpPr/>
          <p:nvPr/>
        </p:nvSpPr>
        <p:spPr>
          <a:xfrm>
            <a:off x="11501506" y="3966198"/>
            <a:ext cx="2291953" cy="1451610"/>
          </a:xfrm>
          <a:prstGeom prst="rect">
            <a:avLst/>
          </a:prstGeom>
          <a:noFill/>
          <a:ln/>
        </p:spPr>
        <p:txBody>
          <a:bodyPr wrap="square" lIns="0" tIns="0" rIns="0" bIns="0" rtlCol="0" anchor="t"/>
          <a:lstStyle/>
          <a:p>
            <a:pPr marL="0" indent="0" algn="l">
              <a:lnSpc>
                <a:spcPts val="2850"/>
              </a:lnSpc>
              <a:buNone/>
            </a:pPr>
            <a:r>
              <a:rPr lang="en-US" sz="1600" dirty="0">
                <a:latin typeface="Arial Nova Cond" panose="020B0506020202020204" pitchFamily="34" charset="0"/>
              </a:rPr>
              <a:t>Enabled proactive retention via churn risk scoring</a:t>
            </a:r>
            <a:endParaRPr lang="en-US" sz="1750" dirty="0">
              <a:latin typeface="Arial Nova Cond" panose="020B0506020202020204" pitchFamily="34" charset="0"/>
            </a:endParaRPr>
          </a:p>
        </p:txBody>
      </p:sp>
      <p:pic>
        <p:nvPicPr>
          <p:cNvPr id="13" name="Picture 2">
            <a:extLst>
              <a:ext uri="{FF2B5EF4-FFF2-40B4-BE49-F238E27FC236}">
                <a16:creationId xmlns:a16="http://schemas.microsoft.com/office/drawing/2014/main" id="{1F81D704-1132-FA58-7AC8-56226D8DDD7A}"/>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32075" t="5175" r="31076" b="5528"/>
          <a:stretch/>
        </p:blipFill>
        <p:spPr bwMode="auto">
          <a:xfrm>
            <a:off x="13781336" y="7212330"/>
            <a:ext cx="608855" cy="91188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name="Slide 19">
    <p:spTree>
      <p:nvGrpSpPr>
        <p:cNvPr id="1" name=""/>
        <p:cNvGrpSpPr/>
        <p:nvPr/>
      </p:nvGrpSpPr>
      <p:grpSpPr>
        <a:xfrm>
          <a:off x="0" y="0"/>
          <a:ext cx="0" cy="0"/>
          <a:chOff x="0" y="0"/>
          <a:chExt cx="0" cy="0"/>
        </a:xfrm>
      </p:grpSpPr>
      <p:sp>
        <p:nvSpPr>
          <p:cNvPr id="2" name="Text 0"/>
          <p:cNvSpPr/>
          <p:nvPr/>
        </p:nvSpPr>
        <p:spPr>
          <a:xfrm>
            <a:off x="780812" y="613648"/>
            <a:ext cx="6135410" cy="766882"/>
          </a:xfrm>
          <a:prstGeom prst="rect">
            <a:avLst/>
          </a:prstGeom>
          <a:noFill/>
          <a:ln/>
        </p:spPr>
        <p:txBody>
          <a:bodyPr wrap="none" lIns="0" tIns="0" rIns="0" bIns="0" rtlCol="0" anchor="t"/>
          <a:lstStyle/>
          <a:p>
            <a:pPr marL="0" indent="0">
              <a:lnSpc>
                <a:spcPts val="6000"/>
              </a:lnSpc>
              <a:buNone/>
            </a:pPr>
            <a:r>
              <a:rPr lang="en-US" sz="4800" b="1" kern="0" spc="-97" dirty="0">
                <a:solidFill>
                  <a:srgbClr val="F95F88"/>
                </a:solidFill>
                <a:latin typeface="Arial Nova Cond" panose="020B0506020202020204" pitchFamily="34" charset="0"/>
                <a:ea typeface="Petrona Bold" pitchFamily="34" charset="-122"/>
                <a:cs typeface="Petrona Bold" pitchFamily="34" charset="-120"/>
              </a:rPr>
              <a:t>References</a:t>
            </a:r>
            <a:endParaRPr lang="en-US" sz="4800" dirty="0">
              <a:latin typeface="Arial Nova Cond" panose="020B0506020202020204" pitchFamily="34" charset="0"/>
            </a:endParaRPr>
          </a:p>
        </p:txBody>
      </p:sp>
      <p:sp>
        <p:nvSpPr>
          <p:cNvPr id="9" name="Text 7"/>
          <p:cNvSpPr/>
          <p:nvPr/>
        </p:nvSpPr>
        <p:spPr>
          <a:xfrm>
            <a:off x="780812" y="7259003"/>
            <a:ext cx="13068776" cy="356949"/>
          </a:xfrm>
          <a:prstGeom prst="rect">
            <a:avLst/>
          </a:prstGeom>
          <a:noFill/>
          <a:ln/>
        </p:spPr>
        <p:txBody>
          <a:bodyPr wrap="none" lIns="0" tIns="0" rIns="0" bIns="0" rtlCol="0" anchor="t"/>
          <a:lstStyle/>
          <a:p>
            <a:pPr marL="0" indent="0">
              <a:lnSpc>
                <a:spcPts val="2800"/>
              </a:lnSpc>
              <a:buNone/>
            </a:pPr>
            <a:endParaRPr lang="en-US" sz="1750" dirty="0"/>
          </a:p>
        </p:txBody>
      </p:sp>
      <p:sp>
        <p:nvSpPr>
          <p:cNvPr id="11" name="TextBox 10">
            <a:extLst>
              <a:ext uri="{FF2B5EF4-FFF2-40B4-BE49-F238E27FC236}">
                <a16:creationId xmlns:a16="http://schemas.microsoft.com/office/drawing/2014/main" id="{8D5540C1-48ED-EE90-2519-D34618883E58}"/>
              </a:ext>
            </a:extLst>
          </p:cNvPr>
          <p:cNvSpPr txBox="1"/>
          <p:nvPr/>
        </p:nvSpPr>
        <p:spPr>
          <a:xfrm>
            <a:off x="544010" y="1801116"/>
            <a:ext cx="13472932" cy="5909310"/>
          </a:xfrm>
          <a:prstGeom prst="rect">
            <a:avLst/>
          </a:prstGeom>
          <a:noFill/>
        </p:spPr>
        <p:txBody>
          <a:bodyPr wrap="square">
            <a:spAutoFit/>
          </a:bodyPr>
          <a:lstStyle/>
          <a:p>
            <a:pPr marL="285750" indent="-285750">
              <a:buFont typeface="Wingdings" panose="05000000000000000000" pitchFamily="2" charset="2"/>
              <a:buChar char="§"/>
            </a:pPr>
            <a:r>
              <a:rPr lang="en-US" dirty="0">
                <a:latin typeface="Arial Nova Cond" panose="020B0506020202020204" pitchFamily="34" charset="0"/>
              </a:rPr>
              <a:t>Brito, J. B. G. (2024). A framework to improve churn prediction performance in retail banking. </a:t>
            </a:r>
            <a:r>
              <a:rPr lang="en-US" i="1" dirty="0">
                <a:latin typeface="Arial Nova Cond" panose="020B0506020202020204" pitchFamily="34" charset="0"/>
              </a:rPr>
              <a:t>Financial Innovation, 10</a:t>
            </a:r>
            <a:r>
              <a:rPr lang="en-US" dirty="0">
                <a:latin typeface="Arial Nova Cond" panose="020B0506020202020204" pitchFamily="34" charset="0"/>
              </a:rPr>
              <a:t>(1). </a:t>
            </a:r>
            <a:r>
              <a:rPr lang="en-US" dirty="0">
                <a:latin typeface="Arial Nova Cond" panose="020B0506020202020204" pitchFamily="34" charset="0"/>
                <a:hlinkClick r:id="rId3">
                  <a:extLst>
                    <a:ext uri="{A12FA001-AC4F-418D-AE19-62706E023703}">
                      <ahyp:hlinkClr xmlns:ahyp="http://schemas.microsoft.com/office/drawing/2018/hyperlinkcolor" val="tx"/>
                    </a:ext>
                  </a:extLst>
                </a:hlinkClick>
              </a:rPr>
              <a:t>https://doi.org/10.1186/s40854-023-00558-3</a:t>
            </a:r>
            <a:endParaRPr lang="en-US" dirty="0">
              <a:latin typeface="Arial Nova Cond" panose="020B0506020202020204" pitchFamily="34" charset="0"/>
            </a:endParaRPr>
          </a:p>
          <a:p>
            <a:pPr marL="285750" indent="-285750">
              <a:buFont typeface="Wingdings" panose="05000000000000000000" pitchFamily="2" charset="2"/>
              <a:buChar char="§"/>
            </a:pPr>
            <a:r>
              <a:rPr lang="en-US" dirty="0" err="1">
                <a:latin typeface="Arial Nova Cond" panose="020B0506020202020204" pitchFamily="34" charset="0"/>
              </a:rPr>
              <a:t>Datrics</a:t>
            </a:r>
            <a:r>
              <a:rPr lang="en-US" dirty="0">
                <a:latin typeface="Arial Nova Cond" panose="020B0506020202020204" pitchFamily="34" charset="0"/>
              </a:rPr>
              <a:t> AI. (2023). </a:t>
            </a:r>
            <a:r>
              <a:rPr lang="en-US" i="1" dirty="0">
                <a:latin typeface="Arial Nova Cond" panose="020B0506020202020204" pitchFamily="34" charset="0"/>
              </a:rPr>
              <a:t>Bank churn prediction using ML to retain customers</a:t>
            </a:r>
            <a:r>
              <a:rPr lang="en-US" dirty="0">
                <a:latin typeface="Arial Nova Cond" panose="020B0506020202020204" pitchFamily="34" charset="0"/>
              </a:rPr>
              <a:t>. </a:t>
            </a:r>
            <a:r>
              <a:rPr lang="en-US" dirty="0">
                <a:latin typeface="Arial Nova Cond" panose="020B0506020202020204" pitchFamily="34" charset="0"/>
                <a:hlinkClick r:id="rId4">
                  <a:extLst>
                    <a:ext uri="{A12FA001-AC4F-418D-AE19-62706E023703}">
                      <ahyp:hlinkClr xmlns:ahyp="http://schemas.microsoft.com/office/drawing/2018/hyperlinkcolor" val="tx"/>
                    </a:ext>
                  </a:extLst>
                </a:hlinkClick>
              </a:rPr>
              <a:t>https://www.datrics.ai/articles/bank-churn-prediction-using-ml-to-retain-customers</a:t>
            </a:r>
            <a:endParaRPr lang="en-US" dirty="0">
              <a:latin typeface="Arial Nova Cond" panose="020B0506020202020204" pitchFamily="34" charset="0"/>
            </a:endParaRPr>
          </a:p>
          <a:p>
            <a:pPr marL="285750" indent="-285750">
              <a:buFont typeface="Wingdings" panose="05000000000000000000" pitchFamily="2" charset="2"/>
              <a:buChar char="§"/>
            </a:pPr>
            <a:r>
              <a:rPr lang="en-US" dirty="0">
                <a:latin typeface="Arial Nova Cond" panose="020B0506020202020204" pitchFamily="34" charset="0"/>
              </a:rPr>
              <a:t>Lemos, R. A. de L., Silva, T. C., &amp; Tabak, B. M. (2022). Propension to customer churn in a financial institution: A machine learning approach. </a:t>
            </a:r>
            <a:r>
              <a:rPr lang="en-US" i="1" dirty="0">
                <a:latin typeface="Arial Nova Cond" panose="020B0506020202020204" pitchFamily="34" charset="0"/>
              </a:rPr>
              <a:t>Soft Computing, 27</a:t>
            </a:r>
            <a:r>
              <a:rPr lang="en-US" dirty="0">
                <a:latin typeface="Arial Nova Cond" panose="020B0506020202020204" pitchFamily="34" charset="0"/>
              </a:rPr>
              <a:t>(7), 4641–4655. </a:t>
            </a:r>
            <a:r>
              <a:rPr lang="en-US" dirty="0">
                <a:latin typeface="Arial Nova Cond" panose="020B0506020202020204" pitchFamily="34" charset="0"/>
                <a:hlinkClick r:id="rId5">
                  <a:extLst>
                    <a:ext uri="{A12FA001-AC4F-418D-AE19-62706E023703}">
                      <ahyp:hlinkClr xmlns:ahyp="http://schemas.microsoft.com/office/drawing/2018/hyperlinkcolor" val="tx"/>
                    </a:ext>
                  </a:extLst>
                </a:hlinkClick>
              </a:rPr>
              <a:t>https://doi.org/10.1007/s00521-022-07067-x</a:t>
            </a:r>
            <a:endParaRPr lang="en-US" dirty="0">
              <a:latin typeface="Arial Nova Cond" panose="020B0506020202020204" pitchFamily="34" charset="0"/>
            </a:endParaRPr>
          </a:p>
          <a:p>
            <a:pPr marL="285750" indent="-285750">
              <a:buFont typeface="Wingdings" panose="05000000000000000000" pitchFamily="2" charset="2"/>
              <a:buChar char="§"/>
            </a:pPr>
            <a:r>
              <a:rPr lang="en-US" dirty="0">
                <a:latin typeface="Arial Nova Cond" panose="020B0506020202020204" pitchFamily="34" charset="0"/>
              </a:rPr>
              <a:t>Malit, K. (2018). </a:t>
            </a:r>
            <a:r>
              <a:rPr lang="en-US" i="1" dirty="0">
                <a:latin typeface="Arial Nova Cond" panose="020B0506020202020204" pitchFamily="34" charset="0"/>
              </a:rPr>
              <a:t>Bank customer churn prediction</a:t>
            </a:r>
            <a:r>
              <a:rPr lang="en-US" dirty="0">
                <a:latin typeface="Arial Nova Cond" panose="020B0506020202020204" pitchFamily="34" charset="0"/>
              </a:rPr>
              <a:t> [Kaggle notebook]. Kaggle. </a:t>
            </a:r>
            <a:r>
              <a:rPr lang="en-US" dirty="0">
                <a:latin typeface="Arial Nova Cond" panose="020B0506020202020204" pitchFamily="34" charset="0"/>
                <a:hlinkClick r:id="rId6">
                  <a:extLst>
                    <a:ext uri="{A12FA001-AC4F-418D-AE19-62706E023703}">
                      <ahyp:hlinkClr xmlns:ahyp="http://schemas.microsoft.com/office/drawing/2018/hyperlinkcolor" val="tx"/>
                    </a:ext>
                  </a:extLst>
                </a:hlinkClick>
              </a:rPr>
              <a:t>https://www.kaggle.com/code/kmalit/bank-customer-churn-prediction</a:t>
            </a:r>
            <a:endParaRPr lang="en-US" dirty="0">
              <a:latin typeface="Arial Nova Cond" panose="020B0506020202020204" pitchFamily="34" charset="0"/>
            </a:endParaRPr>
          </a:p>
          <a:p>
            <a:pPr marL="285750" indent="-285750">
              <a:buFont typeface="Wingdings" panose="05000000000000000000" pitchFamily="2" charset="2"/>
              <a:buChar char="§"/>
            </a:pPr>
            <a:r>
              <a:rPr lang="en-US" dirty="0">
                <a:latin typeface="Arial Nova Cond" panose="020B0506020202020204" pitchFamily="34" charset="0"/>
              </a:rPr>
              <a:t>Michael. (2024). </a:t>
            </a:r>
            <a:r>
              <a:rPr lang="en-US" i="1" dirty="0">
                <a:latin typeface="Arial Nova Cond" panose="020B0506020202020204" pitchFamily="34" charset="0"/>
              </a:rPr>
              <a:t>Bank customer churn prediction using machine learning</a:t>
            </a:r>
            <a:r>
              <a:rPr lang="en-US" dirty="0">
                <a:latin typeface="Arial Nova Cond" panose="020B0506020202020204" pitchFamily="34" charset="0"/>
              </a:rPr>
              <a:t>. Analytics Vidhya. </a:t>
            </a:r>
            <a:r>
              <a:rPr lang="en-US" dirty="0">
                <a:latin typeface="Arial Nova Cond" panose="020B0506020202020204" pitchFamily="34" charset="0"/>
                <a:hlinkClick r:id="rId7">
                  <a:extLst>
                    <a:ext uri="{A12FA001-AC4F-418D-AE19-62706E023703}">
                      <ahyp:hlinkClr xmlns:ahyp="http://schemas.microsoft.com/office/drawing/2018/hyperlinkcolor" val="tx"/>
                    </a:ext>
                  </a:extLst>
                </a:hlinkClick>
              </a:rPr>
              <a:t>https://www.analyticsvidhya.com/blog/2022/09/bank-customer-churn-prediction-using-machine-learning/</a:t>
            </a:r>
            <a:endParaRPr lang="en-US" dirty="0">
              <a:latin typeface="Arial Nova Cond" panose="020B0506020202020204" pitchFamily="34" charset="0"/>
            </a:endParaRPr>
          </a:p>
          <a:p>
            <a:pPr marL="285750" indent="-285750">
              <a:buFont typeface="Wingdings" panose="05000000000000000000" pitchFamily="2" charset="2"/>
              <a:buChar char="§"/>
            </a:pPr>
            <a:r>
              <a:rPr lang="en-US" dirty="0">
                <a:latin typeface="Arial Nova Cond" panose="020B0506020202020204" pitchFamily="34" charset="0"/>
              </a:rPr>
              <a:t>Papierski, D. (2023). </a:t>
            </a:r>
            <a:r>
              <a:rPr lang="en-US" i="1" dirty="0">
                <a:latin typeface="Arial Nova Cond" panose="020B0506020202020204" pitchFamily="34" charset="0"/>
              </a:rPr>
              <a:t>Investigating customer churn in the banking industry</a:t>
            </a:r>
            <a:r>
              <a:rPr lang="en-US" dirty="0">
                <a:latin typeface="Arial Nova Cond" panose="020B0506020202020204" pitchFamily="34" charset="0"/>
              </a:rPr>
              <a:t>. Medium. </a:t>
            </a:r>
            <a:r>
              <a:rPr lang="en-US" dirty="0">
                <a:latin typeface="Arial Nova Cond" panose="020B0506020202020204" pitchFamily="34" charset="0"/>
                <a:hlinkClick r:id="rId8">
                  <a:extLst>
                    <a:ext uri="{A12FA001-AC4F-418D-AE19-62706E023703}">
                      <ahyp:hlinkClr xmlns:ahyp="http://schemas.microsoft.com/office/drawing/2018/hyperlinkcolor" val="tx"/>
                    </a:ext>
                  </a:extLst>
                </a:hlinkClick>
              </a:rPr>
              <a:t>https://medium.com/@dpapcodes/investigating-why-customers-leave-a-bank-47b41278e36c</a:t>
            </a:r>
            <a:endParaRPr lang="en-US" dirty="0">
              <a:latin typeface="Arial Nova Cond" panose="020B0506020202020204" pitchFamily="34" charset="0"/>
            </a:endParaRPr>
          </a:p>
          <a:p>
            <a:pPr marL="285750" indent="-285750">
              <a:buFont typeface="Wingdings" panose="05000000000000000000" pitchFamily="2" charset="2"/>
              <a:buChar char="§"/>
            </a:pPr>
            <a:r>
              <a:rPr lang="en-US" dirty="0">
                <a:latin typeface="Arial Nova Cond" panose="020B0506020202020204" pitchFamily="34" charset="0"/>
              </a:rPr>
              <a:t>Peng, K., &amp; Peng, Y. (2023). Research on customer churn prediction and model interpretability analysis. </a:t>
            </a:r>
            <a:r>
              <a:rPr lang="en-US" i="1" dirty="0">
                <a:latin typeface="Arial Nova Cond" panose="020B0506020202020204" pitchFamily="34" charset="0"/>
              </a:rPr>
              <a:t>PLOS ONE, 18</a:t>
            </a:r>
            <a:r>
              <a:rPr lang="en-US" dirty="0">
                <a:latin typeface="Arial Nova Cond" panose="020B0506020202020204" pitchFamily="34" charset="0"/>
              </a:rPr>
              <a:t>(8), e0289724. </a:t>
            </a:r>
            <a:r>
              <a:rPr lang="en-US" dirty="0">
                <a:latin typeface="Arial Nova Cond" panose="020B0506020202020204" pitchFamily="34" charset="0"/>
                <a:hlinkClick r:id="rId9">
                  <a:extLst>
                    <a:ext uri="{A12FA001-AC4F-418D-AE19-62706E023703}">
                      <ahyp:hlinkClr xmlns:ahyp="http://schemas.microsoft.com/office/drawing/2018/hyperlinkcolor" val="tx"/>
                    </a:ext>
                  </a:extLst>
                </a:hlinkClick>
              </a:rPr>
              <a:t>https://doi.org/10.1371/journal.pone.0289724</a:t>
            </a:r>
            <a:endParaRPr lang="en-US" dirty="0">
              <a:latin typeface="Arial Nova Cond" panose="020B0506020202020204" pitchFamily="34" charset="0"/>
            </a:endParaRPr>
          </a:p>
          <a:p>
            <a:pPr marL="285750" indent="-285750">
              <a:buFont typeface="Wingdings" panose="05000000000000000000" pitchFamily="2" charset="2"/>
              <a:buChar char="§"/>
            </a:pPr>
            <a:r>
              <a:rPr lang="en-US" dirty="0">
                <a:latin typeface="Arial Nova Cond" panose="020B0506020202020204" pitchFamily="34" charset="0"/>
              </a:rPr>
              <a:t>Salesforce. (n.d.). </a:t>
            </a:r>
            <a:r>
              <a:rPr lang="en-US" i="1" dirty="0">
                <a:latin typeface="Arial Nova Cond" panose="020B0506020202020204" pitchFamily="34" charset="0"/>
              </a:rPr>
              <a:t>Use the retail banking customer churn prediction dashboards</a:t>
            </a:r>
            <a:r>
              <a:rPr lang="en-US" dirty="0">
                <a:latin typeface="Arial Nova Cond" panose="020B0506020202020204" pitchFamily="34" charset="0"/>
              </a:rPr>
              <a:t>. Salesforce Help. </a:t>
            </a:r>
            <a:r>
              <a:rPr lang="en-US" dirty="0">
                <a:latin typeface="Arial Nova Cond" panose="020B0506020202020204" pitchFamily="34" charset="0"/>
                <a:hlinkClick r:id="rId10">
                  <a:extLst>
                    <a:ext uri="{A12FA001-AC4F-418D-AE19-62706E023703}">
                      <ahyp:hlinkClr xmlns:ahyp="http://schemas.microsoft.com/office/drawing/2018/hyperlinkcolor" val="tx"/>
                    </a:ext>
                  </a:extLst>
                </a:hlinkClick>
              </a:rPr>
              <a:t>https://help.salesforce.com/s/articleView?id=ind.fsc_use_churn_prediction_retail_banking_dashboard.htm&amp;type=5</a:t>
            </a:r>
            <a:endParaRPr lang="en-US" dirty="0">
              <a:latin typeface="Arial Nova Cond" panose="020B0506020202020204" pitchFamily="34" charset="0"/>
            </a:endParaRPr>
          </a:p>
          <a:p>
            <a:pPr marL="285750" indent="-285750">
              <a:buFont typeface="Wingdings" panose="05000000000000000000" pitchFamily="2" charset="2"/>
              <a:buChar char="§"/>
            </a:pPr>
            <a:r>
              <a:rPr lang="en-US" dirty="0">
                <a:latin typeface="Arial Nova Cond" panose="020B0506020202020204" pitchFamily="34" charset="0"/>
              </a:rPr>
              <a:t>Singh, P. P., &amp; Anik, F. I. (2023). Investigating customer churn in banking: A machine learning approach and visualization app for data science and management. </a:t>
            </a:r>
            <a:r>
              <a:rPr lang="en-US" i="1" dirty="0">
                <a:latin typeface="Arial Nova Cond" panose="020B0506020202020204" pitchFamily="34" charset="0"/>
              </a:rPr>
              <a:t>Digital Business, 3</a:t>
            </a:r>
            <a:r>
              <a:rPr lang="en-US" dirty="0">
                <a:latin typeface="Arial Nova Cond" panose="020B0506020202020204" pitchFamily="34" charset="0"/>
              </a:rPr>
              <a:t>(3). </a:t>
            </a:r>
            <a:r>
              <a:rPr lang="en-US" dirty="0">
                <a:latin typeface="Arial Nova Cond" panose="020B0506020202020204" pitchFamily="34" charset="0"/>
                <a:hlinkClick r:id="rId11">
                  <a:extLst>
                    <a:ext uri="{A12FA001-AC4F-418D-AE19-62706E023703}">
                      <ahyp:hlinkClr xmlns:ahyp="http://schemas.microsoft.com/office/drawing/2018/hyperlinkcolor" val="tx"/>
                    </a:ext>
                  </a:extLst>
                </a:hlinkClick>
              </a:rPr>
              <a:t>https://www.sciencedirect.com/science/article/pii/S2666764923000401</a:t>
            </a:r>
            <a:endParaRPr lang="en-US" dirty="0">
              <a:latin typeface="Arial Nova Cond" panose="020B0506020202020204" pitchFamily="34" charset="0"/>
            </a:endParaRPr>
          </a:p>
          <a:p>
            <a:pPr marL="285750" indent="-285750">
              <a:buFont typeface="Wingdings" panose="05000000000000000000" pitchFamily="2" charset="2"/>
              <a:buChar char="§"/>
            </a:pPr>
            <a:r>
              <a:rPr lang="en-US" dirty="0">
                <a:latin typeface="Arial Nova Cond" panose="020B0506020202020204" pitchFamily="34" charset="0"/>
              </a:rPr>
              <a:t>Tran, H. (2023). Customer churn prediction in the banking sector using machine learning-based classification models. </a:t>
            </a:r>
            <a:r>
              <a:rPr lang="en-US" i="1" dirty="0">
                <a:latin typeface="Arial Nova Cond" panose="020B0506020202020204" pitchFamily="34" charset="0"/>
              </a:rPr>
              <a:t>Interdisciplinary Journal of Information, Knowledge, and Management, 18</a:t>
            </a:r>
            <a:r>
              <a:rPr lang="en-US" dirty="0">
                <a:latin typeface="Arial Nova Cond" panose="020B0506020202020204" pitchFamily="34" charset="0"/>
              </a:rPr>
              <a:t>, 87–105. </a:t>
            </a:r>
            <a:r>
              <a:rPr lang="en-US" dirty="0">
                <a:latin typeface="Arial Nova Cond" panose="020B0506020202020204" pitchFamily="34" charset="0"/>
                <a:hlinkClick r:id="rId12">
                  <a:extLst>
                    <a:ext uri="{A12FA001-AC4F-418D-AE19-62706E023703}">
                      <ahyp:hlinkClr xmlns:ahyp="http://schemas.microsoft.com/office/drawing/2018/hyperlinkcolor" val="tx"/>
                    </a:ext>
                  </a:extLst>
                </a:hlinkClick>
              </a:rPr>
              <a:t>https://www.informingscience.org/Publications/5086</a:t>
            </a:r>
            <a:endParaRPr lang="en-US" dirty="0">
              <a:latin typeface="Arial Nova Cond" panose="020B0506020202020204" pitchFamily="34" charset="0"/>
            </a:endParaRPr>
          </a:p>
          <a:p>
            <a:pPr marL="285750" indent="-285750">
              <a:buFont typeface="Wingdings" panose="05000000000000000000" pitchFamily="2" charset="2"/>
              <a:buChar char="§"/>
            </a:pPr>
            <a:r>
              <a:rPr lang="en-US" sz="1800" kern="0" spc="-35" dirty="0">
                <a:latin typeface="Arial Nova Cond" panose="020B0506020202020204" pitchFamily="34" charset="0"/>
                <a:ea typeface="Inter" pitchFamily="34" charset="-122"/>
                <a:cs typeface="Inter" pitchFamily="34" charset="-120"/>
              </a:rPr>
              <a:t>Generative Pre-trained Transformer (</a:t>
            </a:r>
            <a:r>
              <a:rPr lang="en-US" sz="1800" kern="0" spc="-35" dirty="0" err="1">
                <a:latin typeface="Arial Nova Cond" panose="020B0506020202020204" pitchFamily="34" charset="0"/>
                <a:ea typeface="Inter" pitchFamily="34" charset="-122"/>
                <a:cs typeface="Inter" pitchFamily="34" charset="-120"/>
              </a:rPr>
              <a:t>ChatGpt</a:t>
            </a:r>
            <a:r>
              <a:rPr lang="en-US" sz="1800" kern="0" spc="-35" dirty="0">
                <a:latin typeface="Arial Nova Cond" panose="020B0506020202020204" pitchFamily="34" charset="0"/>
                <a:ea typeface="Inter" pitchFamily="34" charset="-122"/>
                <a:cs typeface="Inter" pitchFamily="34" charset="-120"/>
              </a:rPr>
              <a:t>): For Model Coding</a:t>
            </a:r>
            <a:endParaRPr lang="en-US" dirty="0">
              <a:latin typeface="Arial Nova Cond" panose="020B0506020202020204" pitchFamily="34" charset="0"/>
            </a:endParaRPr>
          </a:p>
        </p:txBody>
      </p:sp>
      <p:pic>
        <p:nvPicPr>
          <p:cNvPr id="12" name="Picture 2">
            <a:extLst>
              <a:ext uri="{FF2B5EF4-FFF2-40B4-BE49-F238E27FC236}">
                <a16:creationId xmlns:a16="http://schemas.microsoft.com/office/drawing/2014/main" id="{A1B6DB99-F5BF-B7F6-AB98-8A36F41F831D}"/>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l="32075" t="5175" r="31076" b="5528"/>
          <a:stretch/>
        </p:blipFill>
        <p:spPr bwMode="auto">
          <a:xfrm>
            <a:off x="13781336" y="7212330"/>
            <a:ext cx="608855" cy="91188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name="Slide 20">
    <p:spTree>
      <p:nvGrpSpPr>
        <p:cNvPr id="1" name=""/>
        <p:cNvGrpSpPr/>
        <p:nvPr/>
      </p:nvGrpSpPr>
      <p:grpSpPr>
        <a:xfrm>
          <a:off x="0" y="0"/>
          <a:ext cx="0" cy="0"/>
          <a:chOff x="0" y="0"/>
          <a:chExt cx="0" cy="0"/>
        </a:xfrm>
      </p:grpSpPr>
      <p:sp>
        <p:nvSpPr>
          <p:cNvPr id="2" name="Text 0"/>
          <p:cNvSpPr/>
          <p:nvPr/>
        </p:nvSpPr>
        <p:spPr>
          <a:xfrm>
            <a:off x="793790" y="1638538"/>
            <a:ext cx="6237684" cy="779621"/>
          </a:xfrm>
          <a:prstGeom prst="rect">
            <a:avLst/>
          </a:prstGeom>
          <a:noFill/>
          <a:ln/>
        </p:spPr>
        <p:txBody>
          <a:bodyPr wrap="none" lIns="0" tIns="0" rIns="0" bIns="0" rtlCol="0" anchor="t"/>
          <a:lstStyle/>
          <a:p>
            <a:pPr marL="0" indent="0">
              <a:lnSpc>
                <a:spcPts val="6100"/>
              </a:lnSpc>
              <a:buNone/>
            </a:pPr>
            <a:r>
              <a:rPr lang="en-US" sz="4900" b="1" kern="0" spc="-98" dirty="0">
                <a:solidFill>
                  <a:srgbClr val="F95F88"/>
                </a:solidFill>
                <a:latin typeface="Arial Nova Cond" panose="020B0506020202020204" pitchFamily="34" charset="0"/>
                <a:ea typeface="Petrona Bold" pitchFamily="34" charset="-122"/>
                <a:cs typeface="Petrona Bold" pitchFamily="34" charset="-120"/>
              </a:rPr>
              <a:t>Thank You!</a:t>
            </a:r>
            <a:endParaRPr lang="en-US" sz="4900" dirty="0">
              <a:latin typeface="Arial Nova Cond" panose="020B0506020202020204" pitchFamily="34" charset="0"/>
            </a:endParaRPr>
          </a:p>
        </p:txBody>
      </p:sp>
      <p:pic>
        <p:nvPicPr>
          <p:cNvPr id="3" name="Image 0" descr="preencoded.png"/>
          <p:cNvPicPr>
            <a:picLocks noChangeAspect="1"/>
          </p:cNvPicPr>
          <p:nvPr/>
        </p:nvPicPr>
        <p:blipFill>
          <a:blip r:embed="rId3"/>
          <a:stretch>
            <a:fillRect/>
          </a:stretch>
        </p:blipFill>
        <p:spPr>
          <a:xfrm>
            <a:off x="793790" y="2871788"/>
            <a:ext cx="4120753" cy="2546747"/>
          </a:xfrm>
          <a:prstGeom prst="rect">
            <a:avLst/>
          </a:prstGeom>
        </p:spPr>
      </p:pic>
      <p:sp>
        <p:nvSpPr>
          <p:cNvPr id="4" name="Text 1"/>
          <p:cNvSpPr/>
          <p:nvPr/>
        </p:nvSpPr>
        <p:spPr>
          <a:xfrm>
            <a:off x="793790" y="5702022"/>
            <a:ext cx="3118842" cy="389930"/>
          </a:xfrm>
          <a:prstGeom prst="rect">
            <a:avLst/>
          </a:prstGeom>
          <a:noFill/>
          <a:ln/>
        </p:spPr>
        <p:txBody>
          <a:bodyPr wrap="none" lIns="0" tIns="0" rIns="0" bIns="0" rtlCol="0" anchor="t"/>
          <a:lstStyle/>
          <a:p>
            <a:pPr marL="0" indent="0" algn="l">
              <a:lnSpc>
                <a:spcPts val="3050"/>
              </a:lnSpc>
              <a:buNone/>
            </a:pPr>
            <a:r>
              <a:rPr lang="en-US" sz="2450" b="1" kern="0" spc="-49" dirty="0">
                <a:solidFill>
                  <a:srgbClr val="272525"/>
                </a:solidFill>
                <a:latin typeface="Arial Nova Cond" panose="020B0506020202020204" pitchFamily="34" charset="0"/>
                <a:ea typeface="Petrona Bold" pitchFamily="34" charset="-122"/>
                <a:cs typeface="Petrona Bold" pitchFamily="34" charset="-120"/>
              </a:rPr>
              <a:t>Engage</a:t>
            </a:r>
            <a:endParaRPr lang="en-US" sz="2450" dirty="0">
              <a:latin typeface="Arial Nova Cond" panose="020B0506020202020204" pitchFamily="34" charset="0"/>
            </a:endParaRPr>
          </a:p>
        </p:txBody>
      </p:sp>
      <p:sp>
        <p:nvSpPr>
          <p:cNvPr id="5" name="Text 2"/>
          <p:cNvSpPr/>
          <p:nvPr/>
        </p:nvSpPr>
        <p:spPr>
          <a:xfrm>
            <a:off x="793790" y="6228040"/>
            <a:ext cx="4120753" cy="362903"/>
          </a:xfrm>
          <a:prstGeom prst="rect">
            <a:avLst/>
          </a:prstGeom>
          <a:noFill/>
          <a:ln/>
        </p:spPr>
        <p:txBody>
          <a:bodyPr wrap="none" lIns="0" tIns="0" rIns="0" bIns="0" rtlCol="0" anchor="t"/>
          <a:lstStyle/>
          <a:p>
            <a:pPr marL="0" indent="0" algn="l">
              <a:lnSpc>
                <a:spcPts val="2850"/>
              </a:lnSpc>
              <a:buNone/>
            </a:pPr>
            <a:r>
              <a:rPr lang="en-US" kern="0" spc="-36" dirty="0">
                <a:solidFill>
                  <a:srgbClr val="272525"/>
                </a:solidFill>
                <a:latin typeface="Arial Nova Cond" panose="020B0506020202020204" pitchFamily="34" charset="0"/>
                <a:ea typeface="Inter" pitchFamily="34" charset="-122"/>
                <a:cs typeface="Inter" pitchFamily="34" charset="-120"/>
              </a:rPr>
              <a:t>We appreciate your attention!</a:t>
            </a:r>
            <a:endParaRPr lang="en-US" dirty="0">
              <a:latin typeface="Arial Nova Cond" panose="020B0506020202020204" pitchFamily="34" charset="0"/>
            </a:endParaRPr>
          </a:p>
        </p:txBody>
      </p:sp>
      <p:pic>
        <p:nvPicPr>
          <p:cNvPr id="6" name="Image 1" descr="preencoded.png"/>
          <p:cNvPicPr>
            <a:picLocks noChangeAspect="1"/>
          </p:cNvPicPr>
          <p:nvPr/>
        </p:nvPicPr>
        <p:blipFill>
          <a:blip r:embed="rId4"/>
          <a:stretch>
            <a:fillRect/>
          </a:stretch>
        </p:blipFill>
        <p:spPr>
          <a:xfrm>
            <a:off x="5254704" y="2871788"/>
            <a:ext cx="4120872" cy="2546866"/>
          </a:xfrm>
          <a:prstGeom prst="rect">
            <a:avLst/>
          </a:prstGeom>
        </p:spPr>
      </p:pic>
      <p:sp>
        <p:nvSpPr>
          <p:cNvPr id="7" name="Text 3"/>
          <p:cNvSpPr/>
          <p:nvPr/>
        </p:nvSpPr>
        <p:spPr>
          <a:xfrm>
            <a:off x="5254704" y="5702141"/>
            <a:ext cx="3118842" cy="389930"/>
          </a:xfrm>
          <a:prstGeom prst="rect">
            <a:avLst/>
          </a:prstGeom>
          <a:noFill/>
          <a:ln/>
        </p:spPr>
        <p:txBody>
          <a:bodyPr wrap="none" lIns="0" tIns="0" rIns="0" bIns="0" rtlCol="0" anchor="t"/>
          <a:lstStyle/>
          <a:p>
            <a:pPr marL="0" indent="0" algn="l">
              <a:lnSpc>
                <a:spcPts val="3050"/>
              </a:lnSpc>
              <a:buNone/>
            </a:pPr>
            <a:r>
              <a:rPr lang="en-US" sz="2450" b="1" kern="0" spc="-49" dirty="0">
                <a:solidFill>
                  <a:srgbClr val="272525"/>
                </a:solidFill>
                <a:latin typeface="Arial Nova Cond" panose="020B0506020202020204" pitchFamily="34" charset="0"/>
                <a:ea typeface="Petrona Bold" pitchFamily="34" charset="-122"/>
                <a:cs typeface="Petrona Bold" pitchFamily="34" charset="-120"/>
              </a:rPr>
              <a:t>Questions</a:t>
            </a:r>
            <a:endParaRPr lang="en-US" sz="2450" dirty="0">
              <a:latin typeface="Arial Nova Cond" panose="020B0506020202020204" pitchFamily="34" charset="0"/>
            </a:endParaRPr>
          </a:p>
        </p:txBody>
      </p:sp>
      <p:sp>
        <p:nvSpPr>
          <p:cNvPr id="8" name="Text 4"/>
          <p:cNvSpPr/>
          <p:nvPr/>
        </p:nvSpPr>
        <p:spPr>
          <a:xfrm>
            <a:off x="5254704" y="6228159"/>
            <a:ext cx="4120872" cy="362903"/>
          </a:xfrm>
          <a:prstGeom prst="rect">
            <a:avLst/>
          </a:prstGeom>
          <a:noFill/>
          <a:ln/>
        </p:spPr>
        <p:txBody>
          <a:bodyPr wrap="none" lIns="0" tIns="0" rIns="0" bIns="0" rtlCol="0" anchor="t"/>
          <a:lstStyle/>
          <a:p>
            <a:pPr marL="0" indent="0" algn="l">
              <a:lnSpc>
                <a:spcPts val="2850"/>
              </a:lnSpc>
              <a:buNone/>
            </a:pPr>
            <a:r>
              <a:rPr lang="en-US" kern="0" spc="-36" dirty="0">
                <a:solidFill>
                  <a:srgbClr val="272525"/>
                </a:solidFill>
                <a:latin typeface="Arial Nova Cond" panose="020B0506020202020204" pitchFamily="34" charset="0"/>
                <a:ea typeface="Inter" pitchFamily="34" charset="-122"/>
                <a:cs typeface="Inter" pitchFamily="34" charset="-120"/>
              </a:rPr>
              <a:t>Now, I welcome your questions.</a:t>
            </a:r>
            <a:endParaRPr lang="en-US" dirty="0">
              <a:latin typeface="Arial Nova Cond" panose="020B0506020202020204" pitchFamily="34" charset="0"/>
            </a:endParaRPr>
          </a:p>
        </p:txBody>
      </p:sp>
      <p:pic>
        <p:nvPicPr>
          <p:cNvPr id="9" name="Image 2" descr="preencoded.png"/>
          <p:cNvPicPr>
            <a:picLocks noChangeAspect="1"/>
          </p:cNvPicPr>
          <p:nvPr/>
        </p:nvPicPr>
        <p:blipFill>
          <a:blip r:embed="rId5"/>
          <a:stretch>
            <a:fillRect/>
          </a:stretch>
        </p:blipFill>
        <p:spPr>
          <a:xfrm>
            <a:off x="9715738" y="2871788"/>
            <a:ext cx="4120753" cy="2546747"/>
          </a:xfrm>
          <a:prstGeom prst="rect">
            <a:avLst/>
          </a:prstGeom>
        </p:spPr>
      </p:pic>
      <p:sp>
        <p:nvSpPr>
          <p:cNvPr id="10" name="Text 5"/>
          <p:cNvSpPr/>
          <p:nvPr/>
        </p:nvSpPr>
        <p:spPr>
          <a:xfrm>
            <a:off x="9715738" y="5702022"/>
            <a:ext cx="3118842" cy="389930"/>
          </a:xfrm>
          <a:prstGeom prst="rect">
            <a:avLst/>
          </a:prstGeom>
          <a:noFill/>
          <a:ln/>
        </p:spPr>
        <p:txBody>
          <a:bodyPr wrap="none" lIns="0" tIns="0" rIns="0" bIns="0" rtlCol="0" anchor="t"/>
          <a:lstStyle/>
          <a:p>
            <a:pPr marL="0" indent="0" algn="l">
              <a:lnSpc>
                <a:spcPts val="3050"/>
              </a:lnSpc>
              <a:buNone/>
            </a:pPr>
            <a:r>
              <a:rPr lang="en-US" sz="2450" b="1" kern="0" spc="-49" dirty="0">
                <a:solidFill>
                  <a:srgbClr val="272525"/>
                </a:solidFill>
                <a:latin typeface="Arial Nova Cond" panose="020B0506020202020204" pitchFamily="34" charset="0"/>
                <a:ea typeface="Petrona Bold" pitchFamily="34" charset="-122"/>
                <a:cs typeface="Petrona Bold" pitchFamily="34" charset="-120"/>
              </a:rPr>
              <a:t>Discussion</a:t>
            </a:r>
            <a:endParaRPr lang="en-US" sz="2450" dirty="0">
              <a:latin typeface="Arial Nova Cond" panose="020B0506020202020204" pitchFamily="34" charset="0"/>
            </a:endParaRPr>
          </a:p>
        </p:txBody>
      </p:sp>
      <p:sp>
        <p:nvSpPr>
          <p:cNvPr id="11" name="Text 6"/>
          <p:cNvSpPr/>
          <p:nvPr/>
        </p:nvSpPr>
        <p:spPr>
          <a:xfrm>
            <a:off x="9715738" y="6228040"/>
            <a:ext cx="4120753" cy="362903"/>
          </a:xfrm>
          <a:prstGeom prst="rect">
            <a:avLst/>
          </a:prstGeom>
          <a:noFill/>
          <a:ln/>
        </p:spPr>
        <p:txBody>
          <a:bodyPr wrap="none" lIns="0" tIns="0" rIns="0" bIns="0" rtlCol="0" anchor="t"/>
          <a:lstStyle/>
          <a:p>
            <a:pPr marL="0" indent="0" algn="l">
              <a:lnSpc>
                <a:spcPts val="2850"/>
              </a:lnSpc>
              <a:buNone/>
            </a:pPr>
            <a:r>
              <a:rPr lang="en-US" kern="0" spc="-36" dirty="0">
                <a:solidFill>
                  <a:srgbClr val="272525"/>
                </a:solidFill>
                <a:latin typeface="Arial Nova Cond" panose="020B0506020202020204" pitchFamily="34" charset="0"/>
                <a:ea typeface="Inter" pitchFamily="34" charset="-122"/>
                <a:cs typeface="Inter" pitchFamily="34" charset="-120"/>
              </a:rPr>
              <a:t>Let's discuss further.</a:t>
            </a:r>
            <a:endParaRPr lang="en-US" dirty="0">
              <a:latin typeface="Arial Nova Cond" panose="020B0506020202020204" pitchFamily="34" charset="0"/>
            </a:endParaRPr>
          </a:p>
        </p:txBody>
      </p:sp>
      <p:pic>
        <p:nvPicPr>
          <p:cNvPr id="12" name="Picture 2">
            <a:extLst>
              <a:ext uri="{FF2B5EF4-FFF2-40B4-BE49-F238E27FC236}">
                <a16:creationId xmlns:a16="http://schemas.microsoft.com/office/drawing/2014/main" id="{82D94EC1-B6F7-4E99-E0CA-381CC686C29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2075" t="5175" r="31076" b="5528"/>
          <a:stretch/>
        </p:blipFill>
        <p:spPr bwMode="auto">
          <a:xfrm>
            <a:off x="13781336" y="7212330"/>
            <a:ext cx="608855" cy="91188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1112</TotalTime>
  <Words>1435</Words>
  <Application>Microsoft Office PowerPoint</Application>
  <PresentationFormat>Custom</PresentationFormat>
  <Paragraphs>201</Paragraphs>
  <Slides>17</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Arial Nova Cond</vt:lpstr>
      <vt:lpstr>Petrona Bold</vt:lpstr>
      <vt:lpstr>Wingdings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Priyal Rawat</cp:lastModifiedBy>
  <cp:revision>7</cp:revision>
  <dcterms:created xsi:type="dcterms:W3CDTF">2025-03-06T14:48:05Z</dcterms:created>
  <dcterms:modified xsi:type="dcterms:W3CDTF">2025-05-08T19:16:58Z</dcterms:modified>
</cp:coreProperties>
</file>